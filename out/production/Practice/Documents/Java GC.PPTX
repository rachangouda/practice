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8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9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876" r:id="rId5"/>
    <p:sldMasterId id="2147483893" r:id="rId6"/>
    <p:sldMasterId id="2147483899" r:id="rId7"/>
    <p:sldMasterId id="2147483904" r:id="rId8"/>
    <p:sldMasterId id="2147483914" r:id="rId9"/>
    <p:sldMasterId id="2147483928" r:id="rId10"/>
    <p:sldMasterId id="2147483937" r:id="rId11"/>
    <p:sldMasterId id="2147483947" r:id="rId12"/>
    <p:sldMasterId id="2147483956" r:id="rId13"/>
    <p:sldMasterId id="2147483970" r:id="rId14"/>
  </p:sldMasterIdLst>
  <p:notesMasterIdLst>
    <p:notesMasterId r:id="rId30"/>
  </p:notesMasterIdLst>
  <p:handoutMasterIdLst>
    <p:handoutMasterId r:id="rId31"/>
  </p:handoutMasterIdLst>
  <p:sldIdLst>
    <p:sldId id="358" r:id="rId15"/>
    <p:sldId id="401" r:id="rId16"/>
    <p:sldId id="402" r:id="rId17"/>
    <p:sldId id="405" r:id="rId18"/>
    <p:sldId id="406" r:id="rId19"/>
    <p:sldId id="407" r:id="rId20"/>
    <p:sldId id="388" r:id="rId21"/>
    <p:sldId id="396" r:id="rId22"/>
    <p:sldId id="397" r:id="rId23"/>
    <p:sldId id="398" r:id="rId24"/>
    <p:sldId id="403" r:id="rId25"/>
    <p:sldId id="411" r:id="rId26"/>
    <p:sldId id="410" r:id="rId27"/>
    <p:sldId id="409" r:id="rId28"/>
    <p:sldId id="385" r:id="rId29"/>
  </p:sldIdLst>
  <p:sldSz cx="9144000" cy="5143500" type="screen16x9"/>
  <p:notesSz cx="6858000" cy="9144000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C9FF"/>
    <a:srgbClr val="FF3154"/>
    <a:srgbClr val="4BDD33"/>
    <a:srgbClr val="124192"/>
    <a:srgbClr val="A8BBC0"/>
    <a:srgbClr val="687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68" autoAdjust="0"/>
    <p:restoredTop sz="93402" autoAdjust="0"/>
  </p:normalViewPr>
  <p:slideViewPr>
    <p:cSldViewPr snapToGrid="0">
      <p:cViewPr varScale="1">
        <p:scale>
          <a:sx n="110" d="100"/>
          <a:sy n="110" d="100"/>
        </p:scale>
        <p:origin x="276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34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slide" Target="slides/slide7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5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Master" Target="slideMasters/slideMaster10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3A1A956-FBA6-4D44-9717-88B588F88EA2}" type="datetimeFigureOut">
              <a:rPr lang="en-US"/>
              <a:pPr>
                <a:defRPr/>
              </a:pPr>
              <a:t>1/17/2019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EB7DA75-3119-461F-BBD9-15CADFA283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5986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CF6B7E-5EE0-4686-A335-20EF82FA6D28}" type="datetimeFigureOut">
              <a:rPr lang="en-US"/>
              <a:pPr>
                <a:defRPr/>
              </a:pPr>
              <a:t>1/17/2019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6C2616F-011D-47B3-A2C1-4E16F11993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9924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007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28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19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483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1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82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31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02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637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462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1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297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5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66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C2616F-011D-47B3-A2C1-4E16F11993E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3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 baseline="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18120" y="279249"/>
            <a:ext cx="8229600" cy="3117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97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120" y="279249"/>
            <a:ext cx="8229600" cy="3117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23863" y="1087438"/>
            <a:ext cx="4032250" cy="2544762"/>
          </a:xfrm>
        </p:spPr>
        <p:txBody>
          <a:bodyPr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baseline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608513" y="1087310"/>
            <a:ext cx="4032250" cy="2544762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baseline="0"/>
            </a:lvl1pPr>
            <a:lvl2pPr marL="0" indent="0">
              <a:spcAft>
                <a:spcPts val="600"/>
              </a:spcAft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9077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92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7600" y="288000"/>
            <a:ext cx="8244000" cy="22536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4400" baseline="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09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>
                <a:cs typeface="Arial" panose="020B0604020202020204" pitchFamily="34" charset="0"/>
              </a:rPr>
              <a:t>&lt;Change information classification in footer&gt;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307118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600" y="280580"/>
            <a:ext cx="1080000" cy="175283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&lt;Change information classification in footer&gt;</a:t>
            </a: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17600" y="3059999"/>
            <a:ext cx="8308800" cy="157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30400" indent="-228600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Supporting headline in sentence case here </a:t>
            </a:r>
          </a:p>
          <a:p>
            <a:pPr lvl="1"/>
            <a:r>
              <a:rPr lang="en-US" dirty="0"/>
              <a:t>Author/Presenter</a:t>
            </a:r>
          </a:p>
          <a:p>
            <a:pPr lvl="1"/>
            <a:r>
              <a:rPr lang="en-US" dirty="0"/>
              <a:t>DD-MM-YYYY</a:t>
            </a:r>
          </a:p>
        </p:txBody>
      </p:sp>
    </p:spTree>
    <p:extLst>
      <p:ext uri="{BB962C8B-B14F-4D97-AF65-F5344CB8AC3E}">
        <p14:creationId xmlns:p14="http://schemas.microsoft.com/office/powerpoint/2010/main" val="35634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060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2"/>
                </a:solidFill>
              </a:defRPr>
            </a:lvl1pPr>
            <a:lvl2pPr marL="460800" algn="l">
              <a:defRPr sz="1400">
                <a:solidFill>
                  <a:schemeClr val="tx2"/>
                </a:solidFill>
              </a:defRPr>
            </a:lvl2pPr>
            <a:lvl3pPr marL="691200" indent="-230400" algn="l">
              <a:defRPr sz="1200">
                <a:solidFill>
                  <a:schemeClr val="tx2"/>
                </a:solidFill>
              </a:defRPr>
            </a:lvl3pPr>
            <a:lvl4pPr marL="921600" algn="l">
              <a:defRPr sz="1000">
                <a:solidFill>
                  <a:schemeClr val="tx2"/>
                </a:solidFill>
              </a:defRPr>
            </a:lvl4pPr>
            <a:lvl5pPr marL="1152000" algn="l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>
                <a:solidFill>
                  <a:srgbClr val="001135"/>
                </a:solidFill>
                <a:cs typeface="Arial" panose="020B0604020202020204" pitchFamily="34" charset="0"/>
              </a:rPr>
              <a:t>For internal use</a:t>
            </a:r>
            <a:endParaRPr lang="en-GB" dirty="0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75901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794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17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2224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813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>
                <a:solidFill>
                  <a:srgbClr val="001135"/>
                </a:solidFill>
                <a:cs typeface="Arial" panose="020B0604020202020204" pitchFamily="34" charset="0"/>
              </a:rPr>
              <a:t>For internal use</a:t>
            </a:r>
            <a:endParaRPr lang="en-US" dirty="0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227722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08400" y="2430463"/>
            <a:ext cx="17272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7912100" y="4718050"/>
            <a:ext cx="939800" cy="2857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A8BBC0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36550" y="4718050"/>
            <a:ext cx="3549650" cy="3429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A8BB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850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659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2714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51759"/>
            <a:ext cx="8244000" cy="2030075"/>
          </a:xfrm>
        </p:spPr>
        <p:txBody>
          <a:bodyPr/>
          <a:lstStyle>
            <a:lvl1pPr marL="0" indent="0">
              <a:buNone/>
              <a:defRPr sz="6600">
                <a:solidFill>
                  <a:schemeClr val="tx2"/>
                </a:solidFill>
                <a:latin typeface="Nokia Pure Headline Ultra Light" panose="020B0204020202020204" pitchFamily="34" charset="0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581835"/>
            <a:ext cx="8244000" cy="1666239"/>
          </a:xfrm>
        </p:spPr>
        <p:txBody>
          <a:bodyPr/>
          <a:lstStyle>
            <a:lvl1pPr marL="0" indent="0" eaLnBrk="1" hangingPunct="1">
              <a:buFont typeface="Arial" pitchFamily="34" charset="0"/>
              <a:buNone/>
              <a:tabLst/>
              <a:defRPr sz="3200">
                <a:latin typeface="+mn-lt"/>
              </a:defRPr>
            </a:lvl1pPr>
            <a:lvl2pPr marL="230188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marL="0" indent="0" eaLnBrk="1" hangingPunct="1">
              <a:buFont typeface="Arial" pitchFamily="34" charset="0"/>
              <a:buNone/>
              <a:defRPr/>
            </a:pPr>
            <a:r>
              <a:rPr lang="en-US" sz="1800" dirty="0"/>
              <a:t>Supporting headline in sentence case here</a:t>
            </a:r>
          </a:p>
          <a:p>
            <a:pPr eaLnBrk="1" hangingPunct="1">
              <a:defRPr/>
            </a:pPr>
            <a:r>
              <a:rPr lang="en-US" sz="1800" dirty="0"/>
              <a:t>Author/Presenter</a:t>
            </a:r>
          </a:p>
          <a:p>
            <a:pPr eaLnBrk="1" hangingPunct="1">
              <a:defRPr/>
            </a:pPr>
            <a:r>
              <a:rPr lang="en-GB" sz="1800" dirty="0"/>
              <a:t>DD-MM-YYYY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20" y="39903"/>
            <a:ext cx="1567485" cy="660474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8020050" y="4787900"/>
            <a:ext cx="819150" cy="2476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95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51759"/>
            <a:ext cx="8244000" cy="2030075"/>
          </a:xfrm>
        </p:spPr>
        <p:txBody>
          <a:bodyPr/>
          <a:lstStyle>
            <a:lvl1pPr marL="0" indent="0">
              <a:buNone/>
              <a:defRPr sz="6600">
                <a:solidFill>
                  <a:schemeClr val="tx2"/>
                </a:solidFill>
                <a:latin typeface="Nokia Pure Headline Ultra Light" panose="020B0204020202020204" pitchFamily="34" charset="0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581835"/>
            <a:ext cx="8244000" cy="1666239"/>
          </a:xfrm>
        </p:spPr>
        <p:txBody>
          <a:bodyPr/>
          <a:lstStyle>
            <a:lvl1pPr marL="0" indent="0" eaLnBrk="1" hangingPunct="1">
              <a:buFont typeface="Arial" pitchFamily="34" charset="0"/>
              <a:buNone/>
              <a:tabLst/>
              <a:defRPr sz="3200">
                <a:latin typeface="+mn-lt"/>
              </a:defRPr>
            </a:lvl1pPr>
            <a:lvl2pPr marL="230188" indent="0">
              <a:buNone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marL="0" indent="0" eaLnBrk="1" hangingPunct="1">
              <a:buFont typeface="Arial" pitchFamily="34" charset="0"/>
              <a:buNone/>
              <a:defRPr/>
            </a:pPr>
            <a:r>
              <a:rPr lang="en-US" sz="1800" dirty="0"/>
              <a:t>Supporting headline in sentence case here</a:t>
            </a:r>
          </a:p>
          <a:p>
            <a:pPr eaLnBrk="1" hangingPunct="1">
              <a:defRPr/>
            </a:pPr>
            <a:r>
              <a:rPr lang="en-US" sz="1800" dirty="0"/>
              <a:t>Author/Presenter</a:t>
            </a:r>
          </a:p>
          <a:p>
            <a:pPr eaLnBrk="1" hangingPunct="1">
              <a:defRPr/>
            </a:pPr>
            <a:r>
              <a:rPr lang="en-GB" sz="1800" dirty="0"/>
              <a:t>DD-MM-YYYY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20" y="39903"/>
            <a:ext cx="1567485" cy="6604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20050" y="4787900"/>
            <a:ext cx="819150" cy="2476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5731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7600" y="288000"/>
            <a:ext cx="8244000" cy="22536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4400" baseline="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0561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432000" y="4789425"/>
            <a:ext cx="50472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43316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8400" y="2430463"/>
            <a:ext cx="17272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8400" y="2430463"/>
            <a:ext cx="17272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7912100" y="4718050"/>
            <a:ext cx="939800" cy="2857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chemeClr val="accent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6550" y="4718050"/>
            <a:ext cx="3549650" cy="3429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5897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1860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22363" y="563044"/>
            <a:ext cx="8244000" cy="2253600"/>
          </a:xfrm>
        </p:spPr>
        <p:txBody>
          <a:bodyPr/>
          <a:lstStyle>
            <a:lvl1pPr marL="0" indent="0">
              <a:buNone/>
              <a:defRPr sz="6600">
                <a:solidFill>
                  <a:schemeClr val="tx2"/>
                </a:solidFill>
                <a:latin typeface="+mj-lt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22276" y="2659314"/>
            <a:ext cx="8243887" cy="1697037"/>
          </a:xfrm>
        </p:spPr>
        <p:txBody>
          <a:bodyPr/>
          <a:lstStyle/>
          <a:p>
            <a:pPr marL="0" indent="0" eaLnBrk="1" hangingPunct="1">
              <a:buFont typeface="Arial" pitchFamily="34" charset="0"/>
              <a:buNone/>
              <a:defRPr/>
            </a:pPr>
            <a:r>
              <a:rPr lang="en-US" sz="1800" dirty="0"/>
              <a:t>Supporting headline in sentence case here</a:t>
            </a:r>
          </a:p>
          <a:p>
            <a:pPr eaLnBrk="1" hangingPunct="1">
              <a:defRPr/>
            </a:pPr>
            <a:r>
              <a:rPr lang="en-US" sz="1800" dirty="0"/>
              <a:t>Author/Presenter</a:t>
            </a:r>
          </a:p>
          <a:p>
            <a:pPr eaLnBrk="1" hangingPunct="1">
              <a:defRPr/>
            </a:pPr>
            <a:r>
              <a:rPr lang="en-GB" sz="1800" dirty="0"/>
              <a:t>DD-MM-YYYY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20" y="39903"/>
            <a:ext cx="1567485" cy="6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366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7600" y="288000"/>
            <a:ext cx="8244000" cy="22536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4400" baseline="0">
                <a:solidFill>
                  <a:schemeClr val="tx2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06629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249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8400" y="2430463"/>
            <a:ext cx="17272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08400" y="2430463"/>
            <a:ext cx="1727200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75443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948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 flipV="1">
            <a:off x="-179388" y="4665663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8" name="Line 13"/>
          <p:cNvSpPr>
            <a:spLocks noChangeShapeType="1"/>
          </p:cNvSpPr>
          <p:nvPr userDrawn="1"/>
        </p:nvSpPr>
        <p:spPr bwMode="auto">
          <a:xfrm flipH="1" flipV="1">
            <a:off x="-179388" y="440055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pic>
        <p:nvPicPr>
          <p:cNvPr id="19" name="Picture 1"/>
          <p:cNvPicPr>
            <a:picLocks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59725" y="4672013"/>
            <a:ext cx="701675" cy="11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625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1" y="169069"/>
            <a:ext cx="8634413" cy="6203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54001" y="897731"/>
            <a:ext cx="8639175" cy="36718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255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9339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5" name="Line 12"/>
          <p:cNvSpPr>
            <a:spLocks noChangeShapeType="1"/>
          </p:cNvSpPr>
          <p:nvPr userDrawn="1"/>
        </p:nvSpPr>
        <p:spPr bwMode="auto">
          <a:xfrm flipV="1">
            <a:off x="-179388" y="4665663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6" name="Line 13"/>
          <p:cNvSpPr>
            <a:spLocks noChangeShapeType="1"/>
          </p:cNvSpPr>
          <p:nvPr userDrawn="1"/>
        </p:nvSpPr>
        <p:spPr bwMode="auto">
          <a:xfrm flipH="1" flipV="1">
            <a:off x="-179388" y="440055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8622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 baseline="0"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18120" y="279249"/>
            <a:ext cx="8229600" cy="3117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89034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21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120" y="279249"/>
            <a:ext cx="8229600" cy="3117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/>
          <p:cNvSpPr>
            <a:spLocks noGrp="1"/>
          </p:cNvSpPr>
          <p:nvPr>
            <p:ph sz="quarter" idx="13"/>
          </p:nvPr>
        </p:nvSpPr>
        <p:spPr>
          <a:xfrm>
            <a:off x="418120" y="537790"/>
            <a:ext cx="8227649" cy="301625"/>
          </a:xfr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23863" y="1087438"/>
            <a:ext cx="4032250" cy="2544762"/>
          </a:xfrm>
        </p:spPr>
        <p:txBody>
          <a:bodyPr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baseline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608513" y="1087310"/>
            <a:ext cx="4032250" cy="2544762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baseline="0"/>
            </a:lvl1pPr>
            <a:lvl2pPr marL="0" indent="0">
              <a:spcAft>
                <a:spcPts val="600"/>
              </a:spcAft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09095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59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2"/>
                </a:solidFill>
              </a:defRPr>
            </a:lvl1pPr>
            <a:lvl2pPr marL="460800" algn="l">
              <a:defRPr sz="1400">
                <a:solidFill>
                  <a:schemeClr val="tx2"/>
                </a:solidFill>
              </a:defRPr>
            </a:lvl2pPr>
            <a:lvl3pPr marL="691200" indent="-230400" algn="l">
              <a:defRPr sz="1200">
                <a:solidFill>
                  <a:schemeClr val="tx2"/>
                </a:solidFill>
              </a:defRPr>
            </a:lvl3pPr>
            <a:lvl4pPr marL="921600" algn="l">
              <a:defRPr sz="1000">
                <a:solidFill>
                  <a:schemeClr val="tx2"/>
                </a:solidFill>
              </a:defRPr>
            </a:lvl4pPr>
            <a:lvl5pPr marL="1152000" algn="l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32333473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2266005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9604639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2820137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9208973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Content Placeholder 2"/>
          <p:cNvSpPr>
            <a:spLocks noGrp="1"/>
          </p:cNvSpPr>
          <p:nvPr>
            <p:ph sz="quarter" idx="21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0059992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5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6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7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40 w 399"/>
                <a:gd name="T1" fmla="*/ 46 h 46"/>
                <a:gd name="T2" fmla="*/ 250 w 399"/>
                <a:gd name="T3" fmla="*/ 11 h 46"/>
                <a:gd name="T4" fmla="*/ 263 w 399"/>
                <a:gd name="T5" fmla="*/ 39 h 46"/>
                <a:gd name="T6" fmla="*/ 272 w 399"/>
                <a:gd name="T7" fmla="*/ 29 h 46"/>
                <a:gd name="T8" fmla="*/ 253 w 399"/>
                <a:gd name="T9" fmla="*/ 46 h 46"/>
                <a:gd name="T10" fmla="*/ 250 w 399"/>
                <a:gd name="T11" fmla="*/ 11 h 46"/>
                <a:gd name="T12" fmla="*/ 296 w 399"/>
                <a:gd name="T13" fmla="*/ 16 h 46"/>
                <a:gd name="T14" fmla="*/ 296 w 399"/>
                <a:gd name="T15" fmla="*/ 41 h 46"/>
                <a:gd name="T16" fmla="*/ 295 w 399"/>
                <a:gd name="T17" fmla="*/ 46 h 46"/>
                <a:gd name="T18" fmla="*/ 303 w 399"/>
                <a:gd name="T19" fmla="*/ 12 h 46"/>
                <a:gd name="T20" fmla="*/ 321 w 399"/>
                <a:gd name="T21" fmla="*/ 40 h 46"/>
                <a:gd name="T22" fmla="*/ 326 w 399"/>
                <a:gd name="T23" fmla="*/ 46 h 46"/>
                <a:gd name="T24" fmla="*/ 323 w 399"/>
                <a:gd name="T25" fmla="*/ 11 h 46"/>
                <a:gd name="T26" fmla="*/ 331 w 399"/>
                <a:gd name="T27" fmla="*/ 26 h 46"/>
                <a:gd name="T28" fmla="*/ 314 w 399"/>
                <a:gd name="T29" fmla="*/ 26 h 46"/>
                <a:gd name="T30" fmla="*/ 352 w 399"/>
                <a:gd name="T31" fmla="*/ 15 h 46"/>
                <a:gd name="T32" fmla="*/ 373 w 399"/>
                <a:gd name="T33" fmla="*/ 46 h 46"/>
                <a:gd name="T34" fmla="*/ 359 w 399"/>
                <a:gd name="T35" fmla="*/ 16 h 46"/>
                <a:gd name="T36" fmla="*/ 344 w 399"/>
                <a:gd name="T37" fmla="*/ 46 h 46"/>
                <a:gd name="T38" fmla="*/ 388 w 399"/>
                <a:gd name="T39" fmla="*/ 17 h 46"/>
                <a:gd name="T40" fmla="*/ 399 w 399"/>
                <a:gd name="T41" fmla="*/ 40 h 46"/>
                <a:gd name="T42" fmla="*/ 382 w 399"/>
                <a:gd name="T43" fmla="*/ 34 h 46"/>
                <a:gd name="T44" fmla="*/ 398 w 399"/>
                <a:gd name="T45" fmla="*/ 11 h 46"/>
                <a:gd name="T46" fmla="*/ 41 w 399"/>
                <a:gd name="T47" fmla="*/ 46 h 46"/>
                <a:gd name="T48" fmla="*/ 79 w 399"/>
                <a:gd name="T49" fmla="*/ 18 h 46"/>
                <a:gd name="T50" fmla="*/ 61 w 399"/>
                <a:gd name="T51" fmla="*/ 28 h 46"/>
                <a:gd name="T52" fmla="*/ 80 w 399"/>
                <a:gd name="T53" fmla="*/ 44 h 46"/>
                <a:gd name="T54" fmla="*/ 56 w 399"/>
                <a:gd name="T55" fmla="*/ 21 h 46"/>
                <a:gd name="T56" fmla="*/ 87 w 399"/>
                <a:gd name="T57" fmla="*/ 14 h 46"/>
                <a:gd name="T58" fmla="*/ 111 w 399"/>
                <a:gd name="T59" fmla="*/ 16 h 46"/>
                <a:gd name="T60" fmla="*/ 93 w 399"/>
                <a:gd name="T61" fmla="*/ 46 h 46"/>
                <a:gd name="T62" fmla="*/ 105 w 399"/>
                <a:gd name="T63" fmla="*/ 22 h 46"/>
                <a:gd name="T64" fmla="*/ 87 w 399"/>
                <a:gd name="T65" fmla="*/ 19 h 46"/>
                <a:gd name="T66" fmla="*/ 91 w 399"/>
                <a:gd name="T67" fmla="*/ 36 h 46"/>
                <a:gd name="T68" fmla="*/ 105 w 399"/>
                <a:gd name="T69" fmla="*/ 28 h 46"/>
                <a:gd name="T70" fmla="*/ 127 w 399"/>
                <a:gd name="T71" fmla="*/ 37 h 46"/>
                <a:gd name="T72" fmla="*/ 131 w 399"/>
                <a:gd name="T73" fmla="*/ 46 h 46"/>
                <a:gd name="T74" fmla="*/ 126 w 399"/>
                <a:gd name="T75" fmla="*/ 0 h 46"/>
                <a:gd name="T76" fmla="*/ 145 w 399"/>
                <a:gd name="T77" fmla="*/ 30 h 46"/>
                <a:gd name="T78" fmla="*/ 166 w 399"/>
                <a:gd name="T79" fmla="*/ 40 h 46"/>
                <a:gd name="T80" fmla="*/ 139 w 399"/>
                <a:gd name="T81" fmla="*/ 28 h 46"/>
                <a:gd name="T82" fmla="*/ 168 w 399"/>
                <a:gd name="T83" fmla="*/ 30 h 46"/>
                <a:gd name="T84" fmla="*/ 154 w 399"/>
                <a:gd name="T85" fmla="*/ 16 h 46"/>
                <a:gd name="T86" fmla="*/ 182 w 399"/>
                <a:gd name="T87" fmla="*/ 1 h 46"/>
                <a:gd name="T88" fmla="*/ 182 w 399"/>
                <a:gd name="T89" fmla="*/ 1 h 46"/>
                <a:gd name="T90" fmla="*/ 7 w 399"/>
                <a:gd name="T91" fmla="*/ 46 h 46"/>
                <a:gd name="T92" fmla="*/ 36 w 399"/>
                <a:gd name="T93" fmla="*/ 46 h 46"/>
                <a:gd name="T94" fmla="*/ 25 w 399"/>
                <a:gd name="T95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8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0 w 69"/>
                <a:gd name="T1" fmla="*/ 80 h 84"/>
                <a:gd name="T2" fmla="*/ 33 w 69"/>
                <a:gd name="T3" fmla="*/ 74 h 84"/>
                <a:gd name="T4" fmla="*/ 39 w 69"/>
                <a:gd name="T5" fmla="*/ 36 h 84"/>
                <a:gd name="T6" fmla="*/ 47 w 69"/>
                <a:gd name="T7" fmla="*/ 8 h 84"/>
                <a:gd name="T8" fmla="*/ 21 w 69"/>
                <a:gd name="T9" fmla="*/ 38 h 84"/>
                <a:gd name="T10" fmla="*/ 38 w 69"/>
                <a:gd name="T11" fmla="*/ 28 h 84"/>
                <a:gd name="T12" fmla="*/ 36 w 69"/>
                <a:gd name="T13" fmla="*/ 33 h 84"/>
                <a:gd name="T14" fmla="*/ 10 w 69"/>
                <a:gd name="T15" fmla="*/ 58 h 84"/>
                <a:gd name="T16" fmla="*/ 6 w 69"/>
                <a:gd name="T17" fmla="*/ 59 h 84"/>
                <a:gd name="T18" fmla="*/ 0 w 69"/>
                <a:gd name="T19" fmla="*/ 55 h 84"/>
                <a:gd name="T20" fmla="*/ 33 w 69"/>
                <a:gd name="T21" fmla="*/ 9 h 84"/>
                <a:gd name="T22" fmla="*/ 50 w 69"/>
                <a:gd name="T23" fmla="*/ 2 h 84"/>
                <a:gd name="T24" fmla="*/ 52 w 69"/>
                <a:gd name="T25" fmla="*/ 21 h 84"/>
                <a:gd name="T26" fmla="*/ 43 w 69"/>
                <a:gd name="T27" fmla="*/ 68 h 84"/>
                <a:gd name="T28" fmla="*/ 51 w 69"/>
                <a:gd name="T29" fmla="*/ 71 h 84"/>
                <a:gd name="T30" fmla="*/ 67 w 69"/>
                <a:gd name="T31" fmla="*/ 59 h 84"/>
                <a:gd name="T32" fmla="*/ 67 w 69"/>
                <a:gd name="T33" fmla="*/ 59 h 84"/>
                <a:gd name="T34" fmla="*/ 69 w 69"/>
                <a:gd name="T35" fmla="*/ 63 h 84"/>
                <a:gd name="T36" fmla="*/ 50 w 69"/>
                <a:gd name="T37" fmla="*/ 8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7 w 29"/>
                <a:gd name="T1" fmla="*/ 35 h 35"/>
                <a:gd name="T2" fmla="*/ 17 w 29"/>
                <a:gd name="T3" fmla="*/ 35 h 35"/>
                <a:gd name="T4" fmla="*/ 15 w 29"/>
                <a:gd name="T5" fmla="*/ 32 h 35"/>
                <a:gd name="T6" fmla="*/ 18 w 29"/>
                <a:gd name="T7" fmla="*/ 9 h 35"/>
                <a:gd name="T8" fmla="*/ 0 w 29"/>
                <a:gd name="T9" fmla="*/ 3 h 35"/>
                <a:gd name="T10" fmla="*/ 1 w 29"/>
                <a:gd name="T11" fmla="*/ 1 h 35"/>
                <a:gd name="T12" fmla="*/ 9 w 29"/>
                <a:gd name="T13" fmla="*/ 1 h 35"/>
                <a:gd name="T14" fmla="*/ 17 w 29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ACE665BE-15F4-4FD3-A3A1-CFE76F809E5E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pic>
        <p:nvPicPr>
          <p:cNvPr id="12" name="Picture 12" descr="tag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357881" y="-19050"/>
            <a:ext cx="2172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200" dirty="0">
                <a:solidFill>
                  <a:srgbClr val="FF0000"/>
                </a:solidFill>
                <a:latin typeface="Trebuchet MS" pitchFamily="34" charset="0"/>
                <a:ea typeface="+mn-ea"/>
                <a:cs typeface="Arial" pitchFamily="34" charset="0"/>
              </a:rPr>
              <a:t>-Internal use only-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668" tIns="34835" rIns="69668" bIns="3483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en-US" altLang="en-US" sz="500">
                <a:solidFill>
                  <a:srgbClr val="7F7F7F"/>
                </a:solidFill>
                <a:latin typeface="Trebuchet MS" panose="020B0603020202020204" pitchFamily="34" charset="0"/>
              </a:rPr>
              <a:t>COPYRIGHT © 2015 ALCATEL-LUCENT. ALL RIGHTS RESERVED.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3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7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9pPr>
            </a:lstStyle>
            <a:p>
              <a:pPr defTabSz="914400">
                <a:spcBef>
                  <a:spcPct val="50000"/>
                </a:spcBef>
              </a:pPr>
              <a:endParaRPr lang="en-US" altLang="en-US">
                <a:solidFill>
                  <a:srgbClr val="124191"/>
                </a:solidFill>
              </a:endParaRPr>
            </a:p>
          </p:txBody>
        </p:sp>
        <p:sp>
          <p:nvSpPr>
            <p:cNvPr id="8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703687 w 399"/>
                <a:gd name="T1" fmla="*/ 518674 h 46"/>
                <a:gd name="T2" fmla="*/ 2816341 w 399"/>
                <a:gd name="T3" fmla="*/ 124031 h 46"/>
                <a:gd name="T4" fmla="*/ 2962791 w 399"/>
                <a:gd name="T5" fmla="*/ 439745 h 46"/>
                <a:gd name="T6" fmla="*/ 3064179 w 399"/>
                <a:gd name="T7" fmla="*/ 326990 h 46"/>
                <a:gd name="T8" fmla="*/ 2850137 w 399"/>
                <a:gd name="T9" fmla="*/ 518674 h 46"/>
                <a:gd name="T10" fmla="*/ 2816341 w 399"/>
                <a:gd name="T11" fmla="*/ 124031 h 46"/>
                <a:gd name="T12" fmla="*/ 3334548 w 399"/>
                <a:gd name="T13" fmla="*/ 180408 h 46"/>
                <a:gd name="T14" fmla="*/ 3334548 w 399"/>
                <a:gd name="T15" fmla="*/ 462296 h 46"/>
                <a:gd name="T16" fmla="*/ 3323282 w 399"/>
                <a:gd name="T17" fmla="*/ 518674 h 46"/>
                <a:gd name="T18" fmla="*/ 3413405 w 399"/>
                <a:gd name="T19" fmla="*/ 135306 h 46"/>
                <a:gd name="T20" fmla="*/ 3616182 w 399"/>
                <a:gd name="T21" fmla="*/ 451021 h 46"/>
                <a:gd name="T22" fmla="*/ 3672508 w 399"/>
                <a:gd name="T23" fmla="*/ 518674 h 46"/>
                <a:gd name="T24" fmla="*/ 3638712 w 399"/>
                <a:gd name="T25" fmla="*/ 124031 h 46"/>
                <a:gd name="T26" fmla="*/ 3728835 w 399"/>
                <a:gd name="T27" fmla="*/ 293164 h 46"/>
                <a:gd name="T28" fmla="*/ 3537324 w 399"/>
                <a:gd name="T29" fmla="*/ 293164 h 46"/>
                <a:gd name="T30" fmla="*/ 3965408 w 399"/>
                <a:gd name="T31" fmla="*/ 169133 h 46"/>
                <a:gd name="T32" fmla="*/ 4201981 w 399"/>
                <a:gd name="T33" fmla="*/ 518674 h 46"/>
                <a:gd name="T34" fmla="*/ 4044265 w 399"/>
                <a:gd name="T35" fmla="*/ 180408 h 46"/>
                <a:gd name="T36" fmla="*/ 3875285 w 399"/>
                <a:gd name="T37" fmla="*/ 518674 h 46"/>
                <a:gd name="T38" fmla="*/ 4370961 w 399"/>
                <a:gd name="T39" fmla="*/ 191684 h 46"/>
                <a:gd name="T40" fmla="*/ 4494880 w 399"/>
                <a:gd name="T41" fmla="*/ 451021 h 46"/>
                <a:gd name="T42" fmla="*/ 4303369 w 399"/>
                <a:gd name="T43" fmla="*/ 383368 h 46"/>
                <a:gd name="T44" fmla="*/ 4483615 w 399"/>
                <a:gd name="T45" fmla="*/ 124031 h 46"/>
                <a:gd name="T46" fmla="*/ 461880 w 399"/>
                <a:gd name="T47" fmla="*/ 518674 h 46"/>
                <a:gd name="T48" fmla="*/ 889964 w 399"/>
                <a:gd name="T49" fmla="*/ 202959 h 46"/>
                <a:gd name="T50" fmla="*/ 687187 w 399"/>
                <a:gd name="T51" fmla="*/ 315715 h 46"/>
                <a:gd name="T52" fmla="*/ 901229 w 399"/>
                <a:gd name="T53" fmla="*/ 496123 h 46"/>
                <a:gd name="T54" fmla="*/ 630860 w 399"/>
                <a:gd name="T55" fmla="*/ 236786 h 46"/>
                <a:gd name="T56" fmla="*/ 980087 w 399"/>
                <a:gd name="T57" fmla="*/ 157857 h 46"/>
                <a:gd name="T58" fmla="*/ 1250455 w 399"/>
                <a:gd name="T59" fmla="*/ 180408 h 46"/>
                <a:gd name="T60" fmla="*/ 1047679 w 399"/>
                <a:gd name="T61" fmla="*/ 518674 h 46"/>
                <a:gd name="T62" fmla="*/ 1182863 w 399"/>
                <a:gd name="T63" fmla="*/ 248061 h 46"/>
                <a:gd name="T64" fmla="*/ 980087 w 399"/>
                <a:gd name="T65" fmla="*/ 214235 h 46"/>
                <a:gd name="T66" fmla="*/ 1025148 w 399"/>
                <a:gd name="T67" fmla="*/ 405919 h 46"/>
                <a:gd name="T68" fmla="*/ 1182863 w 399"/>
                <a:gd name="T69" fmla="*/ 315715 h 46"/>
                <a:gd name="T70" fmla="*/ 1430701 w 399"/>
                <a:gd name="T71" fmla="*/ 417194 h 46"/>
                <a:gd name="T72" fmla="*/ 1475763 w 399"/>
                <a:gd name="T73" fmla="*/ 518674 h 46"/>
                <a:gd name="T74" fmla="*/ 1419436 w 399"/>
                <a:gd name="T75" fmla="*/ 0 h 46"/>
                <a:gd name="T76" fmla="*/ 1633478 w 399"/>
                <a:gd name="T77" fmla="*/ 338266 h 46"/>
                <a:gd name="T78" fmla="*/ 1870050 w 399"/>
                <a:gd name="T79" fmla="*/ 451021 h 46"/>
                <a:gd name="T80" fmla="*/ 1565886 w 399"/>
                <a:gd name="T81" fmla="*/ 315715 h 46"/>
                <a:gd name="T82" fmla="*/ 1892581 w 399"/>
                <a:gd name="T83" fmla="*/ 338266 h 46"/>
                <a:gd name="T84" fmla="*/ 1734866 w 399"/>
                <a:gd name="T85" fmla="*/ 180408 h 46"/>
                <a:gd name="T86" fmla="*/ 2050296 w 399"/>
                <a:gd name="T87" fmla="*/ 11276 h 46"/>
                <a:gd name="T88" fmla="*/ 2050296 w 399"/>
                <a:gd name="T89" fmla="*/ 11276 h 46"/>
                <a:gd name="T90" fmla="*/ 78858 w 399"/>
                <a:gd name="T91" fmla="*/ 518674 h 46"/>
                <a:gd name="T92" fmla="*/ 405553 w 399"/>
                <a:gd name="T93" fmla="*/ 518674 h 46"/>
                <a:gd name="T94" fmla="*/ 281634 w 399"/>
                <a:gd name="T95" fmla="*/ 349541 h 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9pPr>
            </a:lstStyle>
            <a:p>
              <a:pPr defTabSz="914400">
                <a:spcBef>
                  <a:spcPct val="50000"/>
                </a:spcBef>
              </a:pPr>
              <a:endParaRPr lang="en-US" altLang="en-US">
                <a:solidFill>
                  <a:srgbClr val="124191"/>
                </a:solidFill>
              </a:endParaRPr>
            </a:p>
          </p:txBody>
        </p:sp>
        <p:sp>
          <p:nvSpPr>
            <p:cNvPr id="10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63038 w 69"/>
                <a:gd name="T1" fmla="*/ 908277 h 84"/>
                <a:gd name="T2" fmla="*/ 371605 w 69"/>
                <a:gd name="T3" fmla="*/ 840156 h 84"/>
                <a:gd name="T4" fmla="*/ 439170 w 69"/>
                <a:gd name="T5" fmla="*/ 408725 h 84"/>
                <a:gd name="T6" fmla="*/ 529256 w 69"/>
                <a:gd name="T7" fmla="*/ 90828 h 84"/>
                <a:gd name="T8" fmla="*/ 236476 w 69"/>
                <a:gd name="T9" fmla="*/ 431432 h 84"/>
                <a:gd name="T10" fmla="*/ 427909 w 69"/>
                <a:gd name="T11" fmla="*/ 317897 h 84"/>
                <a:gd name="T12" fmla="*/ 405388 w 69"/>
                <a:gd name="T13" fmla="*/ 374664 h 84"/>
                <a:gd name="T14" fmla="*/ 112608 w 69"/>
                <a:gd name="T15" fmla="*/ 658501 h 84"/>
                <a:gd name="T16" fmla="*/ 67565 w 69"/>
                <a:gd name="T17" fmla="*/ 669854 h 84"/>
                <a:gd name="T18" fmla="*/ 0 w 69"/>
                <a:gd name="T19" fmla="*/ 624441 h 84"/>
                <a:gd name="T20" fmla="*/ 371605 w 69"/>
                <a:gd name="T21" fmla="*/ 102181 h 84"/>
                <a:gd name="T22" fmla="*/ 563038 w 69"/>
                <a:gd name="T23" fmla="*/ 22707 h 84"/>
                <a:gd name="T24" fmla="*/ 585560 w 69"/>
                <a:gd name="T25" fmla="*/ 238423 h 84"/>
                <a:gd name="T26" fmla="*/ 484213 w 69"/>
                <a:gd name="T27" fmla="*/ 772036 h 84"/>
                <a:gd name="T28" fmla="*/ 574299 w 69"/>
                <a:gd name="T29" fmla="*/ 806096 h 84"/>
                <a:gd name="T30" fmla="*/ 754471 w 69"/>
                <a:gd name="T31" fmla="*/ 669854 h 84"/>
                <a:gd name="T32" fmla="*/ 754471 w 69"/>
                <a:gd name="T33" fmla="*/ 669854 h 84"/>
                <a:gd name="T34" fmla="*/ 776993 w 69"/>
                <a:gd name="T35" fmla="*/ 715268 h 84"/>
                <a:gd name="T36" fmla="*/ 563038 w 69"/>
                <a:gd name="T37" fmla="*/ 908277 h 8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1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91006 w 29"/>
                <a:gd name="T1" fmla="*/ 393191 h 35"/>
                <a:gd name="T2" fmla="*/ 191006 w 29"/>
                <a:gd name="T3" fmla="*/ 393191 h 35"/>
                <a:gd name="T4" fmla="*/ 168535 w 29"/>
                <a:gd name="T5" fmla="*/ 359489 h 35"/>
                <a:gd name="T6" fmla="*/ 202242 w 29"/>
                <a:gd name="T7" fmla="*/ 101106 h 35"/>
                <a:gd name="T8" fmla="*/ 0 w 29"/>
                <a:gd name="T9" fmla="*/ 33702 h 35"/>
                <a:gd name="T10" fmla="*/ 11236 w 29"/>
                <a:gd name="T11" fmla="*/ 11234 h 35"/>
                <a:gd name="T12" fmla="*/ 101121 w 29"/>
                <a:gd name="T13" fmla="*/ 11234 h 35"/>
                <a:gd name="T14" fmla="*/ 191006 w 29"/>
                <a:gd name="T15" fmla="*/ 393191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2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defRPr/>
            </a:pPr>
            <a:fld id="{DE71CE48-06BE-4076-A6D5-54752326D728}" type="slidenum">
              <a:rPr lang="en-US" altLang="en-US" sz="600" smtClean="0">
                <a:solidFill>
                  <a:srgbClr val="124191"/>
                </a:solidFill>
                <a:latin typeface="Trebuchet MS" panose="020B0603020202020204" pitchFamily="34" charset="0"/>
                <a:ea typeface="+mn-ea"/>
              </a:rPr>
              <a:pPr defTabSz="914400" eaLnBrk="1" hangingPunct="1">
                <a:defRPr/>
              </a:pPr>
              <a:t>‹#›</a:t>
            </a:fld>
            <a:endParaRPr lang="en-US" altLang="en-US" sz="600">
              <a:solidFill>
                <a:srgbClr val="124191"/>
              </a:solidFill>
              <a:latin typeface="Trebuchet MS" panose="020B0603020202020204" pitchFamily="34" charset="0"/>
              <a:ea typeface="+mn-ea"/>
            </a:endParaRPr>
          </a:p>
        </p:txBody>
      </p:sp>
      <p:pic>
        <p:nvPicPr>
          <p:cNvPr id="13" name="Picture 15" descr="taglin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67" y="170260"/>
            <a:ext cx="8716596" cy="79295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01" y="1021558"/>
            <a:ext cx="8686068" cy="33944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51846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3" y="537792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95932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67200" y="900000"/>
            <a:ext cx="8359200" cy="1980000"/>
          </a:xfrm>
        </p:spPr>
        <p:txBody>
          <a:bodyPr/>
          <a:lstStyle>
            <a:lvl1pPr marL="0" indent="0">
              <a:buNone/>
              <a:defRPr sz="660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0" y="280580"/>
            <a:ext cx="1080000" cy="175283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17600" y="3059999"/>
            <a:ext cx="8308800" cy="1576800"/>
          </a:xfrm>
        </p:spPr>
        <p:txBody>
          <a:bodyPr/>
          <a:lstStyle>
            <a:lvl1pPr marL="0" indent="0">
              <a:buNone/>
              <a:defRPr sz="1800"/>
            </a:lvl1pPr>
            <a:lvl2pPr marL="230400" indent="-228600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Supporting headline in sentence case here </a:t>
            </a:r>
          </a:p>
          <a:p>
            <a:pPr lvl="1"/>
            <a:r>
              <a:rPr lang="en-US" dirty="0"/>
              <a:t>Author/Presenter</a:t>
            </a:r>
          </a:p>
          <a:p>
            <a:pPr lvl="1"/>
            <a:r>
              <a:rPr lang="en-US" dirty="0"/>
              <a:t>DD-MM-YYYY</a:t>
            </a:r>
          </a:p>
        </p:txBody>
      </p:sp>
    </p:spTree>
    <p:extLst>
      <p:ext uri="{BB962C8B-B14F-4D97-AF65-F5344CB8AC3E}">
        <p14:creationId xmlns:p14="http://schemas.microsoft.com/office/powerpoint/2010/main" val="34161258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bg1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1812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867812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7599" y="280799"/>
            <a:ext cx="8308800" cy="43596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5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02" y="2430463"/>
            <a:ext cx="1741074" cy="282575"/>
          </a:xfrm>
          <a:prstGeom prst="rect">
            <a:avLst/>
          </a:prstGeom>
        </p:spPr>
      </p:pic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6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7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40 w 399"/>
                <a:gd name="T1" fmla="*/ 46 h 46"/>
                <a:gd name="T2" fmla="*/ 250 w 399"/>
                <a:gd name="T3" fmla="*/ 11 h 46"/>
                <a:gd name="T4" fmla="*/ 263 w 399"/>
                <a:gd name="T5" fmla="*/ 39 h 46"/>
                <a:gd name="T6" fmla="*/ 272 w 399"/>
                <a:gd name="T7" fmla="*/ 29 h 46"/>
                <a:gd name="T8" fmla="*/ 253 w 399"/>
                <a:gd name="T9" fmla="*/ 46 h 46"/>
                <a:gd name="T10" fmla="*/ 250 w 399"/>
                <a:gd name="T11" fmla="*/ 11 h 46"/>
                <a:gd name="T12" fmla="*/ 296 w 399"/>
                <a:gd name="T13" fmla="*/ 16 h 46"/>
                <a:gd name="T14" fmla="*/ 296 w 399"/>
                <a:gd name="T15" fmla="*/ 41 h 46"/>
                <a:gd name="T16" fmla="*/ 295 w 399"/>
                <a:gd name="T17" fmla="*/ 46 h 46"/>
                <a:gd name="T18" fmla="*/ 303 w 399"/>
                <a:gd name="T19" fmla="*/ 12 h 46"/>
                <a:gd name="T20" fmla="*/ 321 w 399"/>
                <a:gd name="T21" fmla="*/ 40 h 46"/>
                <a:gd name="T22" fmla="*/ 326 w 399"/>
                <a:gd name="T23" fmla="*/ 46 h 46"/>
                <a:gd name="T24" fmla="*/ 323 w 399"/>
                <a:gd name="T25" fmla="*/ 11 h 46"/>
                <a:gd name="T26" fmla="*/ 331 w 399"/>
                <a:gd name="T27" fmla="*/ 26 h 46"/>
                <a:gd name="T28" fmla="*/ 314 w 399"/>
                <a:gd name="T29" fmla="*/ 26 h 46"/>
                <a:gd name="T30" fmla="*/ 352 w 399"/>
                <a:gd name="T31" fmla="*/ 15 h 46"/>
                <a:gd name="T32" fmla="*/ 373 w 399"/>
                <a:gd name="T33" fmla="*/ 46 h 46"/>
                <a:gd name="T34" fmla="*/ 359 w 399"/>
                <a:gd name="T35" fmla="*/ 16 h 46"/>
                <a:gd name="T36" fmla="*/ 344 w 399"/>
                <a:gd name="T37" fmla="*/ 46 h 46"/>
                <a:gd name="T38" fmla="*/ 388 w 399"/>
                <a:gd name="T39" fmla="*/ 17 h 46"/>
                <a:gd name="T40" fmla="*/ 399 w 399"/>
                <a:gd name="T41" fmla="*/ 40 h 46"/>
                <a:gd name="T42" fmla="*/ 382 w 399"/>
                <a:gd name="T43" fmla="*/ 34 h 46"/>
                <a:gd name="T44" fmla="*/ 398 w 399"/>
                <a:gd name="T45" fmla="*/ 11 h 46"/>
                <a:gd name="T46" fmla="*/ 41 w 399"/>
                <a:gd name="T47" fmla="*/ 46 h 46"/>
                <a:gd name="T48" fmla="*/ 79 w 399"/>
                <a:gd name="T49" fmla="*/ 18 h 46"/>
                <a:gd name="T50" fmla="*/ 61 w 399"/>
                <a:gd name="T51" fmla="*/ 28 h 46"/>
                <a:gd name="T52" fmla="*/ 80 w 399"/>
                <a:gd name="T53" fmla="*/ 44 h 46"/>
                <a:gd name="T54" fmla="*/ 56 w 399"/>
                <a:gd name="T55" fmla="*/ 21 h 46"/>
                <a:gd name="T56" fmla="*/ 87 w 399"/>
                <a:gd name="T57" fmla="*/ 14 h 46"/>
                <a:gd name="T58" fmla="*/ 111 w 399"/>
                <a:gd name="T59" fmla="*/ 16 h 46"/>
                <a:gd name="T60" fmla="*/ 93 w 399"/>
                <a:gd name="T61" fmla="*/ 46 h 46"/>
                <a:gd name="T62" fmla="*/ 105 w 399"/>
                <a:gd name="T63" fmla="*/ 22 h 46"/>
                <a:gd name="T64" fmla="*/ 87 w 399"/>
                <a:gd name="T65" fmla="*/ 19 h 46"/>
                <a:gd name="T66" fmla="*/ 91 w 399"/>
                <a:gd name="T67" fmla="*/ 36 h 46"/>
                <a:gd name="T68" fmla="*/ 105 w 399"/>
                <a:gd name="T69" fmla="*/ 28 h 46"/>
                <a:gd name="T70" fmla="*/ 127 w 399"/>
                <a:gd name="T71" fmla="*/ 37 h 46"/>
                <a:gd name="T72" fmla="*/ 131 w 399"/>
                <a:gd name="T73" fmla="*/ 46 h 46"/>
                <a:gd name="T74" fmla="*/ 126 w 399"/>
                <a:gd name="T75" fmla="*/ 0 h 46"/>
                <a:gd name="T76" fmla="*/ 145 w 399"/>
                <a:gd name="T77" fmla="*/ 30 h 46"/>
                <a:gd name="T78" fmla="*/ 166 w 399"/>
                <a:gd name="T79" fmla="*/ 40 h 46"/>
                <a:gd name="T80" fmla="*/ 139 w 399"/>
                <a:gd name="T81" fmla="*/ 28 h 46"/>
                <a:gd name="T82" fmla="*/ 168 w 399"/>
                <a:gd name="T83" fmla="*/ 30 h 46"/>
                <a:gd name="T84" fmla="*/ 154 w 399"/>
                <a:gd name="T85" fmla="*/ 16 h 46"/>
                <a:gd name="T86" fmla="*/ 182 w 399"/>
                <a:gd name="T87" fmla="*/ 1 h 46"/>
                <a:gd name="T88" fmla="*/ 182 w 399"/>
                <a:gd name="T89" fmla="*/ 1 h 46"/>
                <a:gd name="T90" fmla="*/ 7 w 399"/>
                <a:gd name="T91" fmla="*/ 46 h 46"/>
                <a:gd name="T92" fmla="*/ 36 w 399"/>
                <a:gd name="T93" fmla="*/ 46 h 46"/>
                <a:gd name="T94" fmla="*/ 25 w 399"/>
                <a:gd name="T95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8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0 w 69"/>
                <a:gd name="T1" fmla="*/ 80 h 84"/>
                <a:gd name="T2" fmla="*/ 33 w 69"/>
                <a:gd name="T3" fmla="*/ 74 h 84"/>
                <a:gd name="T4" fmla="*/ 39 w 69"/>
                <a:gd name="T5" fmla="*/ 36 h 84"/>
                <a:gd name="T6" fmla="*/ 47 w 69"/>
                <a:gd name="T7" fmla="*/ 8 h 84"/>
                <a:gd name="T8" fmla="*/ 21 w 69"/>
                <a:gd name="T9" fmla="*/ 38 h 84"/>
                <a:gd name="T10" fmla="*/ 38 w 69"/>
                <a:gd name="T11" fmla="*/ 28 h 84"/>
                <a:gd name="T12" fmla="*/ 36 w 69"/>
                <a:gd name="T13" fmla="*/ 33 h 84"/>
                <a:gd name="T14" fmla="*/ 10 w 69"/>
                <a:gd name="T15" fmla="*/ 58 h 84"/>
                <a:gd name="T16" fmla="*/ 6 w 69"/>
                <a:gd name="T17" fmla="*/ 59 h 84"/>
                <a:gd name="T18" fmla="*/ 0 w 69"/>
                <a:gd name="T19" fmla="*/ 55 h 84"/>
                <a:gd name="T20" fmla="*/ 33 w 69"/>
                <a:gd name="T21" fmla="*/ 9 h 84"/>
                <a:gd name="T22" fmla="*/ 50 w 69"/>
                <a:gd name="T23" fmla="*/ 2 h 84"/>
                <a:gd name="T24" fmla="*/ 52 w 69"/>
                <a:gd name="T25" fmla="*/ 21 h 84"/>
                <a:gd name="T26" fmla="*/ 43 w 69"/>
                <a:gd name="T27" fmla="*/ 68 h 84"/>
                <a:gd name="T28" fmla="*/ 51 w 69"/>
                <a:gd name="T29" fmla="*/ 71 h 84"/>
                <a:gd name="T30" fmla="*/ 67 w 69"/>
                <a:gd name="T31" fmla="*/ 59 h 84"/>
                <a:gd name="T32" fmla="*/ 67 w 69"/>
                <a:gd name="T33" fmla="*/ 59 h 84"/>
                <a:gd name="T34" fmla="*/ 69 w 69"/>
                <a:gd name="T35" fmla="*/ 63 h 84"/>
                <a:gd name="T36" fmla="*/ 50 w 69"/>
                <a:gd name="T37" fmla="*/ 8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7 w 29"/>
                <a:gd name="T1" fmla="*/ 35 h 35"/>
                <a:gd name="T2" fmla="*/ 17 w 29"/>
                <a:gd name="T3" fmla="*/ 35 h 35"/>
                <a:gd name="T4" fmla="*/ 15 w 29"/>
                <a:gd name="T5" fmla="*/ 32 h 35"/>
                <a:gd name="T6" fmla="*/ 18 w 29"/>
                <a:gd name="T7" fmla="*/ 9 h 35"/>
                <a:gd name="T8" fmla="*/ 0 w 29"/>
                <a:gd name="T9" fmla="*/ 3 h 35"/>
                <a:gd name="T10" fmla="*/ 1 w 29"/>
                <a:gd name="T11" fmla="*/ 1 h 35"/>
                <a:gd name="T12" fmla="*/ 9 w 29"/>
                <a:gd name="T13" fmla="*/ 1 h 35"/>
                <a:gd name="T14" fmla="*/ 17 w 29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0B45E065-E751-473C-8384-3E75C887C7E8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pic>
        <p:nvPicPr>
          <p:cNvPr id="12" name="Picture 12" descr="tag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7594600" y="4776788"/>
            <a:ext cx="0" cy="204787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6113463" y="4708525"/>
            <a:ext cx="1322387" cy="347663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accent2"/>
            </a:solidFill>
            <a:prstDash val="sysDash"/>
          </a:ln>
        </p:spPr>
        <p:txBody>
          <a:bodyPr lIns="69677" tIns="34839" rIns="69677" bIns="34839" anchor="ctr">
            <a:spAutoFit/>
          </a:bodyPr>
          <a:lstStyle/>
          <a:p>
            <a:pPr algn="ctr" defTabSz="914400">
              <a:spcBef>
                <a:spcPts val="0"/>
              </a:spcBef>
              <a:defRPr/>
            </a:pPr>
            <a:endParaRPr lang="en-US">
              <a:solidFill>
                <a:srgbClr val="124191"/>
              </a:solidFill>
              <a:latin typeface="Trebuchet MS"/>
              <a:ea typeface="+mn-ea"/>
              <a:cs typeface="Trebuchet MS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113463" y="4767263"/>
            <a:ext cx="1322387" cy="246062"/>
          </a:xfrm>
          <a:prstGeom prst="rect">
            <a:avLst/>
          </a:prstGeom>
          <a:noFill/>
        </p:spPr>
        <p:txBody>
          <a:bodyPr lIns="69677" tIns="34839" rIns="69677" bIns="34839">
            <a:spAutoFit/>
          </a:bodyPr>
          <a:lstStyle/>
          <a:p>
            <a:pPr algn="ctr" defTabSz="914400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700">
                <a:solidFill>
                  <a:srgbClr val="124191"/>
                </a:solidFill>
                <a:latin typeface="Trebuchet MS"/>
                <a:ea typeface="+mn-ea"/>
                <a:cs typeface="Trebuchet MS"/>
              </a:rPr>
              <a:t>Insert co-brand company logo here on master – delete box</a:t>
            </a:r>
          </a:p>
        </p:txBody>
      </p:sp>
      <p:sp>
        <p:nvSpPr>
          <p:cNvPr id="16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598716BC-2062-410D-881D-6B96399A176B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67" y="3099398"/>
            <a:ext cx="8716596" cy="860369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lang="en-US" b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72387" y="3969234"/>
            <a:ext cx="8731250" cy="44125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lIns="69677" tIns="34839" rIns="69677" bIns="34839"/>
          <a:lstStyle>
            <a:lvl1pPr marL="0" indent="0">
              <a:buFontTx/>
              <a:buNone/>
              <a:defRPr lang="en-US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1FBCDF56-F61E-43AE-B0A5-2E0EF78FCE2A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86582" y="977504"/>
            <a:ext cx="8690952" cy="2908697"/>
          </a:xfrm>
          <a:noFill/>
          <a:ln w="9525">
            <a:noFill/>
            <a:miter lim="800000"/>
            <a:headEnd/>
            <a:tailEnd/>
          </a:ln>
        </p:spPr>
        <p:txBody>
          <a:bodyPr rtlCol="0">
            <a:noAutofit/>
          </a:bodyPr>
          <a:lstStyle>
            <a:lvl1pPr marL="391937" indent="-391937" algn="l" defTabSz="696777" rtl="0" eaLnBrk="1" fontAlgn="base" latinLnBrk="0" hangingPunct="1">
              <a:spcAft>
                <a:spcPts val="457"/>
              </a:spcAft>
              <a:buClr>
                <a:srgbClr val="404040"/>
              </a:buClr>
              <a:buFont typeface="+mj-lt"/>
              <a:buAutoNum type="arabicPeriod"/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1pPr>
            <a:lvl2pPr marL="477825" indent="-129437" algn="l" defTabSz="696777" rtl="0" eaLnBrk="1" fontAlgn="base" latinLnBrk="0" hangingPunct="1">
              <a:spcAft>
                <a:spcPts val="457"/>
              </a:spcAft>
              <a:buFont typeface="+mj-lt"/>
              <a:buNone/>
              <a:defRPr lang="en-US" sz="1500" kern="1200" dirty="0" smtClean="0">
                <a:solidFill>
                  <a:schemeClr val="bg1">
                    <a:lumMod val="50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348389" algn="l" defTabSz="696777" rtl="0" eaLnBrk="1" fontAlgn="base" latinLnBrk="0" hangingPunct="1">
              <a:spcAft>
                <a:spcPts val="457"/>
              </a:spcAft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48389" algn="l" defTabSz="696777" rtl="0" eaLnBrk="1" fontAlgn="base" latinLnBrk="0" hangingPunct="1">
              <a:spcAft>
                <a:spcPts val="457"/>
              </a:spcAft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8389" algn="l" defTabSz="696777" rtl="0" eaLnBrk="1" fontAlgn="base" latinLnBrk="0" hangingPunct="1">
              <a:spcAft>
                <a:spcPts val="457"/>
              </a:spcAft>
              <a:defRPr lang="en-US" sz="2100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0385148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59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30426461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2"/>
                </a:solidFill>
              </a:defRPr>
            </a:lvl1pPr>
            <a:lvl2pPr marL="460800" algn="l">
              <a:defRPr sz="1400">
                <a:solidFill>
                  <a:schemeClr val="tx2"/>
                </a:solidFill>
              </a:defRPr>
            </a:lvl2pPr>
            <a:lvl3pPr marL="691200" indent="-230400" algn="l">
              <a:defRPr sz="1200">
                <a:solidFill>
                  <a:schemeClr val="tx2"/>
                </a:solidFill>
              </a:defRPr>
            </a:lvl3pPr>
            <a:lvl4pPr marL="921600" algn="l">
              <a:defRPr sz="1000">
                <a:solidFill>
                  <a:schemeClr val="tx2"/>
                </a:solidFill>
              </a:defRPr>
            </a:lvl4pPr>
            <a:lvl5pPr marL="1152000" algn="l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5366711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9000042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4968412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2377230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62606996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2491247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Content Placeholder 2"/>
          <p:cNvSpPr>
            <a:spLocks noGrp="1"/>
          </p:cNvSpPr>
          <p:nvPr>
            <p:ph sz="quarter" idx="21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686594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67200" y="900000"/>
            <a:ext cx="8359200" cy="1980000"/>
          </a:xfrm>
        </p:spPr>
        <p:txBody>
          <a:bodyPr/>
          <a:lstStyle>
            <a:lvl1pPr marL="0" indent="0">
              <a:buNone/>
              <a:defRPr sz="660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0" y="280580"/>
            <a:ext cx="1080000" cy="175283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17600" y="3059999"/>
            <a:ext cx="8308800" cy="1576800"/>
          </a:xfrm>
        </p:spPr>
        <p:txBody>
          <a:bodyPr/>
          <a:lstStyle>
            <a:lvl1pPr marL="0" indent="0">
              <a:buNone/>
              <a:defRPr sz="1800"/>
            </a:lvl1pPr>
            <a:lvl2pPr marL="230400" indent="-228600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Supporting headline in sentence case here </a:t>
            </a:r>
          </a:p>
          <a:p>
            <a:pPr lvl="1"/>
            <a:r>
              <a:rPr lang="en-US" dirty="0"/>
              <a:t>Author/Presenter</a:t>
            </a:r>
          </a:p>
          <a:p>
            <a:pPr lvl="1"/>
            <a:r>
              <a:rPr lang="en-US" dirty="0"/>
              <a:t>DD-MM-YYYY</a:t>
            </a:r>
          </a:p>
        </p:txBody>
      </p:sp>
    </p:spTree>
    <p:extLst>
      <p:ext uri="{BB962C8B-B14F-4D97-AF65-F5344CB8AC3E}">
        <p14:creationId xmlns:p14="http://schemas.microsoft.com/office/powerpoint/2010/main" val="341612586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bg1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1812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8678123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7599" y="280799"/>
            <a:ext cx="8308800" cy="43596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5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02" y="2430463"/>
            <a:ext cx="1741074" cy="282575"/>
          </a:xfrm>
          <a:prstGeom prst="rect">
            <a:avLst/>
          </a:prstGeom>
        </p:spPr>
      </p:pic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6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7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40 w 399"/>
                <a:gd name="T1" fmla="*/ 46 h 46"/>
                <a:gd name="T2" fmla="*/ 250 w 399"/>
                <a:gd name="T3" fmla="*/ 11 h 46"/>
                <a:gd name="T4" fmla="*/ 263 w 399"/>
                <a:gd name="T5" fmla="*/ 39 h 46"/>
                <a:gd name="T6" fmla="*/ 272 w 399"/>
                <a:gd name="T7" fmla="*/ 29 h 46"/>
                <a:gd name="T8" fmla="*/ 253 w 399"/>
                <a:gd name="T9" fmla="*/ 46 h 46"/>
                <a:gd name="T10" fmla="*/ 250 w 399"/>
                <a:gd name="T11" fmla="*/ 11 h 46"/>
                <a:gd name="T12" fmla="*/ 296 w 399"/>
                <a:gd name="T13" fmla="*/ 16 h 46"/>
                <a:gd name="T14" fmla="*/ 296 w 399"/>
                <a:gd name="T15" fmla="*/ 41 h 46"/>
                <a:gd name="T16" fmla="*/ 295 w 399"/>
                <a:gd name="T17" fmla="*/ 46 h 46"/>
                <a:gd name="T18" fmla="*/ 303 w 399"/>
                <a:gd name="T19" fmla="*/ 12 h 46"/>
                <a:gd name="T20" fmla="*/ 321 w 399"/>
                <a:gd name="T21" fmla="*/ 40 h 46"/>
                <a:gd name="T22" fmla="*/ 326 w 399"/>
                <a:gd name="T23" fmla="*/ 46 h 46"/>
                <a:gd name="T24" fmla="*/ 323 w 399"/>
                <a:gd name="T25" fmla="*/ 11 h 46"/>
                <a:gd name="T26" fmla="*/ 331 w 399"/>
                <a:gd name="T27" fmla="*/ 26 h 46"/>
                <a:gd name="T28" fmla="*/ 314 w 399"/>
                <a:gd name="T29" fmla="*/ 26 h 46"/>
                <a:gd name="T30" fmla="*/ 352 w 399"/>
                <a:gd name="T31" fmla="*/ 15 h 46"/>
                <a:gd name="T32" fmla="*/ 373 w 399"/>
                <a:gd name="T33" fmla="*/ 46 h 46"/>
                <a:gd name="T34" fmla="*/ 359 w 399"/>
                <a:gd name="T35" fmla="*/ 16 h 46"/>
                <a:gd name="T36" fmla="*/ 344 w 399"/>
                <a:gd name="T37" fmla="*/ 46 h 46"/>
                <a:gd name="T38" fmla="*/ 388 w 399"/>
                <a:gd name="T39" fmla="*/ 17 h 46"/>
                <a:gd name="T40" fmla="*/ 399 w 399"/>
                <a:gd name="T41" fmla="*/ 40 h 46"/>
                <a:gd name="T42" fmla="*/ 382 w 399"/>
                <a:gd name="T43" fmla="*/ 34 h 46"/>
                <a:gd name="T44" fmla="*/ 398 w 399"/>
                <a:gd name="T45" fmla="*/ 11 h 46"/>
                <a:gd name="T46" fmla="*/ 41 w 399"/>
                <a:gd name="T47" fmla="*/ 46 h 46"/>
                <a:gd name="T48" fmla="*/ 79 w 399"/>
                <a:gd name="T49" fmla="*/ 18 h 46"/>
                <a:gd name="T50" fmla="*/ 61 w 399"/>
                <a:gd name="T51" fmla="*/ 28 h 46"/>
                <a:gd name="T52" fmla="*/ 80 w 399"/>
                <a:gd name="T53" fmla="*/ 44 h 46"/>
                <a:gd name="T54" fmla="*/ 56 w 399"/>
                <a:gd name="T55" fmla="*/ 21 h 46"/>
                <a:gd name="T56" fmla="*/ 87 w 399"/>
                <a:gd name="T57" fmla="*/ 14 h 46"/>
                <a:gd name="T58" fmla="*/ 111 w 399"/>
                <a:gd name="T59" fmla="*/ 16 h 46"/>
                <a:gd name="T60" fmla="*/ 93 w 399"/>
                <a:gd name="T61" fmla="*/ 46 h 46"/>
                <a:gd name="T62" fmla="*/ 105 w 399"/>
                <a:gd name="T63" fmla="*/ 22 h 46"/>
                <a:gd name="T64" fmla="*/ 87 w 399"/>
                <a:gd name="T65" fmla="*/ 19 h 46"/>
                <a:gd name="T66" fmla="*/ 91 w 399"/>
                <a:gd name="T67" fmla="*/ 36 h 46"/>
                <a:gd name="T68" fmla="*/ 105 w 399"/>
                <a:gd name="T69" fmla="*/ 28 h 46"/>
                <a:gd name="T70" fmla="*/ 127 w 399"/>
                <a:gd name="T71" fmla="*/ 37 h 46"/>
                <a:gd name="T72" fmla="*/ 131 w 399"/>
                <a:gd name="T73" fmla="*/ 46 h 46"/>
                <a:gd name="T74" fmla="*/ 126 w 399"/>
                <a:gd name="T75" fmla="*/ 0 h 46"/>
                <a:gd name="T76" fmla="*/ 145 w 399"/>
                <a:gd name="T77" fmla="*/ 30 h 46"/>
                <a:gd name="T78" fmla="*/ 166 w 399"/>
                <a:gd name="T79" fmla="*/ 40 h 46"/>
                <a:gd name="T80" fmla="*/ 139 w 399"/>
                <a:gd name="T81" fmla="*/ 28 h 46"/>
                <a:gd name="T82" fmla="*/ 168 w 399"/>
                <a:gd name="T83" fmla="*/ 30 h 46"/>
                <a:gd name="T84" fmla="*/ 154 w 399"/>
                <a:gd name="T85" fmla="*/ 16 h 46"/>
                <a:gd name="T86" fmla="*/ 182 w 399"/>
                <a:gd name="T87" fmla="*/ 1 h 46"/>
                <a:gd name="T88" fmla="*/ 182 w 399"/>
                <a:gd name="T89" fmla="*/ 1 h 46"/>
                <a:gd name="T90" fmla="*/ 7 w 399"/>
                <a:gd name="T91" fmla="*/ 46 h 46"/>
                <a:gd name="T92" fmla="*/ 36 w 399"/>
                <a:gd name="T93" fmla="*/ 46 h 46"/>
                <a:gd name="T94" fmla="*/ 25 w 399"/>
                <a:gd name="T95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8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0 w 69"/>
                <a:gd name="T1" fmla="*/ 80 h 84"/>
                <a:gd name="T2" fmla="*/ 33 w 69"/>
                <a:gd name="T3" fmla="*/ 74 h 84"/>
                <a:gd name="T4" fmla="*/ 39 w 69"/>
                <a:gd name="T5" fmla="*/ 36 h 84"/>
                <a:gd name="T6" fmla="*/ 47 w 69"/>
                <a:gd name="T7" fmla="*/ 8 h 84"/>
                <a:gd name="T8" fmla="*/ 21 w 69"/>
                <a:gd name="T9" fmla="*/ 38 h 84"/>
                <a:gd name="T10" fmla="*/ 38 w 69"/>
                <a:gd name="T11" fmla="*/ 28 h 84"/>
                <a:gd name="T12" fmla="*/ 36 w 69"/>
                <a:gd name="T13" fmla="*/ 33 h 84"/>
                <a:gd name="T14" fmla="*/ 10 w 69"/>
                <a:gd name="T15" fmla="*/ 58 h 84"/>
                <a:gd name="T16" fmla="*/ 6 w 69"/>
                <a:gd name="T17" fmla="*/ 59 h 84"/>
                <a:gd name="T18" fmla="*/ 0 w 69"/>
                <a:gd name="T19" fmla="*/ 55 h 84"/>
                <a:gd name="T20" fmla="*/ 33 w 69"/>
                <a:gd name="T21" fmla="*/ 9 h 84"/>
                <a:gd name="T22" fmla="*/ 50 w 69"/>
                <a:gd name="T23" fmla="*/ 2 h 84"/>
                <a:gd name="T24" fmla="*/ 52 w 69"/>
                <a:gd name="T25" fmla="*/ 21 h 84"/>
                <a:gd name="T26" fmla="*/ 43 w 69"/>
                <a:gd name="T27" fmla="*/ 68 h 84"/>
                <a:gd name="T28" fmla="*/ 51 w 69"/>
                <a:gd name="T29" fmla="*/ 71 h 84"/>
                <a:gd name="T30" fmla="*/ 67 w 69"/>
                <a:gd name="T31" fmla="*/ 59 h 84"/>
                <a:gd name="T32" fmla="*/ 67 w 69"/>
                <a:gd name="T33" fmla="*/ 59 h 84"/>
                <a:gd name="T34" fmla="*/ 69 w 69"/>
                <a:gd name="T35" fmla="*/ 63 h 84"/>
                <a:gd name="T36" fmla="*/ 50 w 69"/>
                <a:gd name="T37" fmla="*/ 8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7 w 29"/>
                <a:gd name="T1" fmla="*/ 35 h 35"/>
                <a:gd name="T2" fmla="*/ 17 w 29"/>
                <a:gd name="T3" fmla="*/ 35 h 35"/>
                <a:gd name="T4" fmla="*/ 15 w 29"/>
                <a:gd name="T5" fmla="*/ 32 h 35"/>
                <a:gd name="T6" fmla="*/ 18 w 29"/>
                <a:gd name="T7" fmla="*/ 9 h 35"/>
                <a:gd name="T8" fmla="*/ 0 w 29"/>
                <a:gd name="T9" fmla="*/ 3 h 35"/>
                <a:gd name="T10" fmla="*/ 1 w 29"/>
                <a:gd name="T11" fmla="*/ 1 h 35"/>
                <a:gd name="T12" fmla="*/ 9 w 29"/>
                <a:gd name="T13" fmla="*/ 1 h 35"/>
                <a:gd name="T14" fmla="*/ 17 w 29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0B45E065-E751-473C-8384-3E75C887C7E8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pic>
        <p:nvPicPr>
          <p:cNvPr id="12" name="Picture 12" descr="tag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7594600" y="4776788"/>
            <a:ext cx="0" cy="204787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6113463" y="4708525"/>
            <a:ext cx="1322387" cy="347663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accent2"/>
            </a:solidFill>
            <a:prstDash val="sysDash"/>
          </a:ln>
        </p:spPr>
        <p:txBody>
          <a:bodyPr lIns="69677" tIns="34839" rIns="69677" bIns="34839" anchor="ctr">
            <a:spAutoFit/>
          </a:bodyPr>
          <a:lstStyle/>
          <a:p>
            <a:pPr algn="ctr" defTabSz="914400">
              <a:spcBef>
                <a:spcPts val="0"/>
              </a:spcBef>
              <a:defRPr/>
            </a:pPr>
            <a:endParaRPr lang="en-US">
              <a:solidFill>
                <a:srgbClr val="124191"/>
              </a:solidFill>
              <a:latin typeface="Trebuchet MS"/>
              <a:ea typeface="+mn-ea"/>
              <a:cs typeface="Trebuchet MS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113463" y="4767263"/>
            <a:ext cx="1322387" cy="246062"/>
          </a:xfrm>
          <a:prstGeom prst="rect">
            <a:avLst/>
          </a:prstGeom>
          <a:noFill/>
        </p:spPr>
        <p:txBody>
          <a:bodyPr lIns="69677" tIns="34839" rIns="69677" bIns="34839">
            <a:spAutoFit/>
          </a:bodyPr>
          <a:lstStyle/>
          <a:p>
            <a:pPr algn="ctr" defTabSz="914400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700">
                <a:solidFill>
                  <a:srgbClr val="124191"/>
                </a:solidFill>
                <a:latin typeface="Trebuchet MS"/>
                <a:ea typeface="+mn-ea"/>
                <a:cs typeface="Trebuchet MS"/>
              </a:rPr>
              <a:t>Insert co-brand company logo here on master – delete box</a:t>
            </a:r>
          </a:p>
        </p:txBody>
      </p:sp>
      <p:sp>
        <p:nvSpPr>
          <p:cNvPr id="16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598716BC-2062-410D-881D-6B96399A176B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67" y="3099398"/>
            <a:ext cx="8716596" cy="860369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lang="en-US" b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72387" y="3969234"/>
            <a:ext cx="8731250" cy="44125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lIns="69677" tIns="34839" rIns="69677" bIns="34839"/>
          <a:lstStyle>
            <a:lvl1pPr marL="0" indent="0">
              <a:buFontTx/>
              <a:buNone/>
              <a:defRPr lang="en-US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1FBCDF56-F61E-43AE-B0A5-2E0EF78FCE2A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86582" y="977504"/>
            <a:ext cx="8690952" cy="2908697"/>
          </a:xfrm>
          <a:noFill/>
          <a:ln w="9525">
            <a:noFill/>
            <a:miter lim="800000"/>
            <a:headEnd/>
            <a:tailEnd/>
          </a:ln>
        </p:spPr>
        <p:txBody>
          <a:bodyPr rtlCol="0">
            <a:noAutofit/>
          </a:bodyPr>
          <a:lstStyle>
            <a:lvl1pPr marL="391937" indent="-391937" algn="l" defTabSz="696777" rtl="0" eaLnBrk="1" fontAlgn="base" latinLnBrk="0" hangingPunct="1">
              <a:spcAft>
                <a:spcPts val="457"/>
              </a:spcAft>
              <a:buClr>
                <a:srgbClr val="404040"/>
              </a:buClr>
              <a:buFont typeface="+mj-lt"/>
              <a:buAutoNum type="arabicPeriod"/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1pPr>
            <a:lvl2pPr marL="477825" indent="-129437" algn="l" defTabSz="696777" rtl="0" eaLnBrk="1" fontAlgn="base" latinLnBrk="0" hangingPunct="1">
              <a:spcAft>
                <a:spcPts val="457"/>
              </a:spcAft>
              <a:buFont typeface="+mj-lt"/>
              <a:buNone/>
              <a:defRPr lang="en-US" sz="1500" kern="1200" dirty="0" smtClean="0">
                <a:solidFill>
                  <a:schemeClr val="bg1">
                    <a:lumMod val="50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348389" algn="l" defTabSz="696777" rtl="0" eaLnBrk="1" fontAlgn="base" latinLnBrk="0" hangingPunct="1">
              <a:spcAft>
                <a:spcPts val="457"/>
              </a:spcAft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48389" algn="l" defTabSz="696777" rtl="0" eaLnBrk="1" fontAlgn="base" latinLnBrk="0" hangingPunct="1">
              <a:spcAft>
                <a:spcPts val="457"/>
              </a:spcAft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8389" algn="l" defTabSz="696777" rtl="0" eaLnBrk="1" fontAlgn="base" latinLnBrk="0" hangingPunct="1">
              <a:spcAft>
                <a:spcPts val="457"/>
              </a:spcAft>
              <a:defRPr lang="en-US" sz="2100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59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2"/>
                </a:solidFill>
              </a:defRPr>
            </a:lvl1pPr>
            <a:lvl2pPr marL="460800" algn="l">
              <a:defRPr sz="1400">
                <a:solidFill>
                  <a:schemeClr val="tx2"/>
                </a:solidFill>
              </a:defRPr>
            </a:lvl2pPr>
            <a:lvl3pPr marL="691200" indent="-230400" algn="l">
              <a:defRPr sz="1200">
                <a:solidFill>
                  <a:schemeClr val="tx2"/>
                </a:solidFill>
              </a:defRPr>
            </a:lvl3pPr>
            <a:lvl4pPr marL="921600" algn="l">
              <a:defRPr sz="1000">
                <a:solidFill>
                  <a:schemeClr val="tx2"/>
                </a:solidFill>
              </a:defRPr>
            </a:lvl4pPr>
            <a:lvl5pPr marL="1152000" algn="l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323334735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22660057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96046391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32616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6120000" y="1080000"/>
            <a:ext cx="25920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28201373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Font typeface="Arial" pitchFamily="34" charset="0"/>
              <a:buNone/>
              <a:defRPr sz="1400" baseline="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400" baseline="0">
                <a:solidFill>
                  <a:schemeClr val="tx2"/>
                </a:solidFill>
              </a:defRPr>
            </a:lvl1pPr>
            <a:lvl2pPr marL="0" indent="0">
              <a:spcAft>
                <a:spcPts val="600"/>
              </a:spcAft>
              <a:buNone/>
              <a:defRPr sz="1400">
                <a:solidFill>
                  <a:schemeClr val="tx2"/>
                </a:solidFill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192089735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kia 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sz="quarter" idx="15"/>
          </p:nvPr>
        </p:nvSpPr>
        <p:spPr>
          <a:xfrm>
            <a:off x="418119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9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2"/>
          <p:cNvSpPr>
            <a:spLocks noGrp="1"/>
          </p:cNvSpPr>
          <p:nvPr>
            <p:ph sz="quarter" idx="20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6" name="Content Placeholder 2"/>
          <p:cNvSpPr>
            <a:spLocks noGrp="1"/>
          </p:cNvSpPr>
          <p:nvPr>
            <p:ph sz="quarter" idx="21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tx2"/>
                </a:solidFill>
              </a:defRPr>
            </a:lvl1pPr>
            <a:lvl2pPr marL="460800">
              <a:defRPr sz="1400">
                <a:solidFill>
                  <a:schemeClr val="tx2"/>
                </a:solidFill>
              </a:defRPr>
            </a:lvl2pPr>
            <a:lvl3pPr marL="691200" indent="-230400">
              <a:defRPr sz="1200">
                <a:solidFill>
                  <a:schemeClr val="tx2"/>
                </a:solidFill>
              </a:defRPr>
            </a:lvl3pPr>
            <a:lvl4pPr marL="921600">
              <a:defRPr sz="1000">
                <a:solidFill>
                  <a:schemeClr val="tx2"/>
                </a:solidFill>
              </a:defRPr>
            </a:lvl4pPr>
            <a:lvl5pPr marL="1152000"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</a:rPr>
              <a:t>&lt;Change information classification in footer&gt;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1760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Click to edit headline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00599925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5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6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7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40 w 399"/>
                <a:gd name="T1" fmla="*/ 46 h 46"/>
                <a:gd name="T2" fmla="*/ 250 w 399"/>
                <a:gd name="T3" fmla="*/ 11 h 46"/>
                <a:gd name="T4" fmla="*/ 263 w 399"/>
                <a:gd name="T5" fmla="*/ 39 h 46"/>
                <a:gd name="T6" fmla="*/ 272 w 399"/>
                <a:gd name="T7" fmla="*/ 29 h 46"/>
                <a:gd name="T8" fmla="*/ 253 w 399"/>
                <a:gd name="T9" fmla="*/ 46 h 46"/>
                <a:gd name="T10" fmla="*/ 250 w 399"/>
                <a:gd name="T11" fmla="*/ 11 h 46"/>
                <a:gd name="T12" fmla="*/ 296 w 399"/>
                <a:gd name="T13" fmla="*/ 16 h 46"/>
                <a:gd name="T14" fmla="*/ 296 w 399"/>
                <a:gd name="T15" fmla="*/ 41 h 46"/>
                <a:gd name="T16" fmla="*/ 295 w 399"/>
                <a:gd name="T17" fmla="*/ 46 h 46"/>
                <a:gd name="T18" fmla="*/ 303 w 399"/>
                <a:gd name="T19" fmla="*/ 12 h 46"/>
                <a:gd name="T20" fmla="*/ 321 w 399"/>
                <a:gd name="T21" fmla="*/ 40 h 46"/>
                <a:gd name="T22" fmla="*/ 326 w 399"/>
                <a:gd name="T23" fmla="*/ 46 h 46"/>
                <a:gd name="T24" fmla="*/ 323 w 399"/>
                <a:gd name="T25" fmla="*/ 11 h 46"/>
                <a:gd name="T26" fmla="*/ 331 w 399"/>
                <a:gd name="T27" fmla="*/ 26 h 46"/>
                <a:gd name="T28" fmla="*/ 314 w 399"/>
                <a:gd name="T29" fmla="*/ 26 h 46"/>
                <a:gd name="T30" fmla="*/ 352 w 399"/>
                <a:gd name="T31" fmla="*/ 15 h 46"/>
                <a:gd name="T32" fmla="*/ 373 w 399"/>
                <a:gd name="T33" fmla="*/ 46 h 46"/>
                <a:gd name="T34" fmla="*/ 359 w 399"/>
                <a:gd name="T35" fmla="*/ 16 h 46"/>
                <a:gd name="T36" fmla="*/ 344 w 399"/>
                <a:gd name="T37" fmla="*/ 46 h 46"/>
                <a:gd name="T38" fmla="*/ 388 w 399"/>
                <a:gd name="T39" fmla="*/ 17 h 46"/>
                <a:gd name="T40" fmla="*/ 399 w 399"/>
                <a:gd name="T41" fmla="*/ 40 h 46"/>
                <a:gd name="T42" fmla="*/ 382 w 399"/>
                <a:gd name="T43" fmla="*/ 34 h 46"/>
                <a:gd name="T44" fmla="*/ 398 w 399"/>
                <a:gd name="T45" fmla="*/ 11 h 46"/>
                <a:gd name="T46" fmla="*/ 41 w 399"/>
                <a:gd name="T47" fmla="*/ 46 h 46"/>
                <a:gd name="T48" fmla="*/ 79 w 399"/>
                <a:gd name="T49" fmla="*/ 18 h 46"/>
                <a:gd name="T50" fmla="*/ 61 w 399"/>
                <a:gd name="T51" fmla="*/ 28 h 46"/>
                <a:gd name="T52" fmla="*/ 80 w 399"/>
                <a:gd name="T53" fmla="*/ 44 h 46"/>
                <a:gd name="T54" fmla="*/ 56 w 399"/>
                <a:gd name="T55" fmla="*/ 21 h 46"/>
                <a:gd name="T56" fmla="*/ 87 w 399"/>
                <a:gd name="T57" fmla="*/ 14 h 46"/>
                <a:gd name="T58" fmla="*/ 111 w 399"/>
                <a:gd name="T59" fmla="*/ 16 h 46"/>
                <a:gd name="T60" fmla="*/ 93 w 399"/>
                <a:gd name="T61" fmla="*/ 46 h 46"/>
                <a:gd name="T62" fmla="*/ 105 w 399"/>
                <a:gd name="T63" fmla="*/ 22 h 46"/>
                <a:gd name="T64" fmla="*/ 87 w 399"/>
                <a:gd name="T65" fmla="*/ 19 h 46"/>
                <a:gd name="T66" fmla="*/ 91 w 399"/>
                <a:gd name="T67" fmla="*/ 36 h 46"/>
                <a:gd name="T68" fmla="*/ 105 w 399"/>
                <a:gd name="T69" fmla="*/ 28 h 46"/>
                <a:gd name="T70" fmla="*/ 127 w 399"/>
                <a:gd name="T71" fmla="*/ 37 h 46"/>
                <a:gd name="T72" fmla="*/ 131 w 399"/>
                <a:gd name="T73" fmla="*/ 46 h 46"/>
                <a:gd name="T74" fmla="*/ 126 w 399"/>
                <a:gd name="T75" fmla="*/ 0 h 46"/>
                <a:gd name="T76" fmla="*/ 145 w 399"/>
                <a:gd name="T77" fmla="*/ 30 h 46"/>
                <a:gd name="T78" fmla="*/ 166 w 399"/>
                <a:gd name="T79" fmla="*/ 40 h 46"/>
                <a:gd name="T80" fmla="*/ 139 w 399"/>
                <a:gd name="T81" fmla="*/ 28 h 46"/>
                <a:gd name="T82" fmla="*/ 168 w 399"/>
                <a:gd name="T83" fmla="*/ 30 h 46"/>
                <a:gd name="T84" fmla="*/ 154 w 399"/>
                <a:gd name="T85" fmla="*/ 16 h 46"/>
                <a:gd name="T86" fmla="*/ 182 w 399"/>
                <a:gd name="T87" fmla="*/ 1 h 46"/>
                <a:gd name="T88" fmla="*/ 182 w 399"/>
                <a:gd name="T89" fmla="*/ 1 h 46"/>
                <a:gd name="T90" fmla="*/ 7 w 399"/>
                <a:gd name="T91" fmla="*/ 46 h 46"/>
                <a:gd name="T92" fmla="*/ 36 w 399"/>
                <a:gd name="T93" fmla="*/ 46 h 46"/>
                <a:gd name="T94" fmla="*/ 25 w 399"/>
                <a:gd name="T95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8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0 w 69"/>
                <a:gd name="T1" fmla="*/ 80 h 84"/>
                <a:gd name="T2" fmla="*/ 33 w 69"/>
                <a:gd name="T3" fmla="*/ 74 h 84"/>
                <a:gd name="T4" fmla="*/ 39 w 69"/>
                <a:gd name="T5" fmla="*/ 36 h 84"/>
                <a:gd name="T6" fmla="*/ 47 w 69"/>
                <a:gd name="T7" fmla="*/ 8 h 84"/>
                <a:gd name="T8" fmla="*/ 21 w 69"/>
                <a:gd name="T9" fmla="*/ 38 h 84"/>
                <a:gd name="T10" fmla="*/ 38 w 69"/>
                <a:gd name="T11" fmla="*/ 28 h 84"/>
                <a:gd name="T12" fmla="*/ 36 w 69"/>
                <a:gd name="T13" fmla="*/ 33 h 84"/>
                <a:gd name="T14" fmla="*/ 10 w 69"/>
                <a:gd name="T15" fmla="*/ 58 h 84"/>
                <a:gd name="T16" fmla="*/ 6 w 69"/>
                <a:gd name="T17" fmla="*/ 59 h 84"/>
                <a:gd name="T18" fmla="*/ 0 w 69"/>
                <a:gd name="T19" fmla="*/ 55 h 84"/>
                <a:gd name="T20" fmla="*/ 33 w 69"/>
                <a:gd name="T21" fmla="*/ 9 h 84"/>
                <a:gd name="T22" fmla="*/ 50 w 69"/>
                <a:gd name="T23" fmla="*/ 2 h 84"/>
                <a:gd name="T24" fmla="*/ 52 w 69"/>
                <a:gd name="T25" fmla="*/ 21 h 84"/>
                <a:gd name="T26" fmla="*/ 43 w 69"/>
                <a:gd name="T27" fmla="*/ 68 h 84"/>
                <a:gd name="T28" fmla="*/ 51 w 69"/>
                <a:gd name="T29" fmla="*/ 71 h 84"/>
                <a:gd name="T30" fmla="*/ 67 w 69"/>
                <a:gd name="T31" fmla="*/ 59 h 84"/>
                <a:gd name="T32" fmla="*/ 67 w 69"/>
                <a:gd name="T33" fmla="*/ 59 h 84"/>
                <a:gd name="T34" fmla="*/ 69 w 69"/>
                <a:gd name="T35" fmla="*/ 63 h 84"/>
                <a:gd name="T36" fmla="*/ 50 w 69"/>
                <a:gd name="T37" fmla="*/ 8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7 w 29"/>
                <a:gd name="T1" fmla="*/ 35 h 35"/>
                <a:gd name="T2" fmla="*/ 17 w 29"/>
                <a:gd name="T3" fmla="*/ 35 h 35"/>
                <a:gd name="T4" fmla="*/ 15 w 29"/>
                <a:gd name="T5" fmla="*/ 32 h 35"/>
                <a:gd name="T6" fmla="*/ 18 w 29"/>
                <a:gd name="T7" fmla="*/ 9 h 35"/>
                <a:gd name="T8" fmla="*/ 0 w 29"/>
                <a:gd name="T9" fmla="*/ 3 h 35"/>
                <a:gd name="T10" fmla="*/ 1 w 29"/>
                <a:gd name="T11" fmla="*/ 1 h 35"/>
                <a:gd name="T12" fmla="*/ 9 w 29"/>
                <a:gd name="T13" fmla="*/ 1 h 35"/>
                <a:gd name="T14" fmla="*/ 17 w 29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ACE665BE-15F4-4FD3-A3A1-CFE76F809E5E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pic>
        <p:nvPicPr>
          <p:cNvPr id="12" name="Picture 12" descr="tag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357881" y="-19050"/>
            <a:ext cx="2172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200" dirty="0">
                <a:solidFill>
                  <a:srgbClr val="FF0000"/>
                </a:solidFill>
                <a:latin typeface="Trebuchet MS" pitchFamily="34" charset="0"/>
                <a:ea typeface="+mn-ea"/>
                <a:cs typeface="Arial" pitchFamily="34" charset="0"/>
              </a:rPr>
              <a:t>-Internal use only-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668" tIns="34835" rIns="69668" bIns="3483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 W3"/>
                <a:cs typeface="ヒラギノ角ゴ Pro W3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en-US" altLang="en-US" sz="500">
                <a:solidFill>
                  <a:srgbClr val="7F7F7F"/>
                </a:solidFill>
                <a:latin typeface="Trebuchet MS" panose="020B0603020202020204" pitchFamily="34" charset="0"/>
              </a:rPr>
              <a:t>COPYRIGHT © 2015 ALCATEL-LUCENT. ALL RIGHTS RESERVED.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3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7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9pPr>
            </a:lstStyle>
            <a:p>
              <a:pPr defTabSz="914400">
                <a:spcBef>
                  <a:spcPct val="50000"/>
                </a:spcBef>
              </a:pPr>
              <a:endParaRPr lang="en-US" altLang="en-US">
                <a:solidFill>
                  <a:srgbClr val="124191"/>
                </a:solidFill>
              </a:endParaRPr>
            </a:p>
          </p:txBody>
        </p:sp>
        <p:sp>
          <p:nvSpPr>
            <p:cNvPr id="8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703687 w 399"/>
                <a:gd name="T1" fmla="*/ 518674 h 46"/>
                <a:gd name="T2" fmla="*/ 2816341 w 399"/>
                <a:gd name="T3" fmla="*/ 124031 h 46"/>
                <a:gd name="T4" fmla="*/ 2962791 w 399"/>
                <a:gd name="T5" fmla="*/ 439745 h 46"/>
                <a:gd name="T6" fmla="*/ 3064179 w 399"/>
                <a:gd name="T7" fmla="*/ 326990 h 46"/>
                <a:gd name="T8" fmla="*/ 2850137 w 399"/>
                <a:gd name="T9" fmla="*/ 518674 h 46"/>
                <a:gd name="T10" fmla="*/ 2816341 w 399"/>
                <a:gd name="T11" fmla="*/ 124031 h 46"/>
                <a:gd name="T12" fmla="*/ 3334548 w 399"/>
                <a:gd name="T13" fmla="*/ 180408 h 46"/>
                <a:gd name="T14" fmla="*/ 3334548 w 399"/>
                <a:gd name="T15" fmla="*/ 462296 h 46"/>
                <a:gd name="T16" fmla="*/ 3323282 w 399"/>
                <a:gd name="T17" fmla="*/ 518674 h 46"/>
                <a:gd name="T18" fmla="*/ 3413405 w 399"/>
                <a:gd name="T19" fmla="*/ 135306 h 46"/>
                <a:gd name="T20" fmla="*/ 3616182 w 399"/>
                <a:gd name="T21" fmla="*/ 451021 h 46"/>
                <a:gd name="T22" fmla="*/ 3672508 w 399"/>
                <a:gd name="T23" fmla="*/ 518674 h 46"/>
                <a:gd name="T24" fmla="*/ 3638712 w 399"/>
                <a:gd name="T25" fmla="*/ 124031 h 46"/>
                <a:gd name="T26" fmla="*/ 3728835 w 399"/>
                <a:gd name="T27" fmla="*/ 293164 h 46"/>
                <a:gd name="T28" fmla="*/ 3537324 w 399"/>
                <a:gd name="T29" fmla="*/ 293164 h 46"/>
                <a:gd name="T30" fmla="*/ 3965408 w 399"/>
                <a:gd name="T31" fmla="*/ 169133 h 46"/>
                <a:gd name="T32" fmla="*/ 4201981 w 399"/>
                <a:gd name="T33" fmla="*/ 518674 h 46"/>
                <a:gd name="T34" fmla="*/ 4044265 w 399"/>
                <a:gd name="T35" fmla="*/ 180408 h 46"/>
                <a:gd name="T36" fmla="*/ 3875285 w 399"/>
                <a:gd name="T37" fmla="*/ 518674 h 46"/>
                <a:gd name="T38" fmla="*/ 4370961 w 399"/>
                <a:gd name="T39" fmla="*/ 191684 h 46"/>
                <a:gd name="T40" fmla="*/ 4494880 w 399"/>
                <a:gd name="T41" fmla="*/ 451021 h 46"/>
                <a:gd name="T42" fmla="*/ 4303369 w 399"/>
                <a:gd name="T43" fmla="*/ 383368 h 46"/>
                <a:gd name="T44" fmla="*/ 4483615 w 399"/>
                <a:gd name="T45" fmla="*/ 124031 h 46"/>
                <a:gd name="T46" fmla="*/ 461880 w 399"/>
                <a:gd name="T47" fmla="*/ 518674 h 46"/>
                <a:gd name="T48" fmla="*/ 889964 w 399"/>
                <a:gd name="T49" fmla="*/ 202959 h 46"/>
                <a:gd name="T50" fmla="*/ 687187 w 399"/>
                <a:gd name="T51" fmla="*/ 315715 h 46"/>
                <a:gd name="T52" fmla="*/ 901229 w 399"/>
                <a:gd name="T53" fmla="*/ 496123 h 46"/>
                <a:gd name="T54" fmla="*/ 630860 w 399"/>
                <a:gd name="T55" fmla="*/ 236786 h 46"/>
                <a:gd name="T56" fmla="*/ 980087 w 399"/>
                <a:gd name="T57" fmla="*/ 157857 h 46"/>
                <a:gd name="T58" fmla="*/ 1250455 w 399"/>
                <a:gd name="T59" fmla="*/ 180408 h 46"/>
                <a:gd name="T60" fmla="*/ 1047679 w 399"/>
                <a:gd name="T61" fmla="*/ 518674 h 46"/>
                <a:gd name="T62" fmla="*/ 1182863 w 399"/>
                <a:gd name="T63" fmla="*/ 248061 h 46"/>
                <a:gd name="T64" fmla="*/ 980087 w 399"/>
                <a:gd name="T65" fmla="*/ 214235 h 46"/>
                <a:gd name="T66" fmla="*/ 1025148 w 399"/>
                <a:gd name="T67" fmla="*/ 405919 h 46"/>
                <a:gd name="T68" fmla="*/ 1182863 w 399"/>
                <a:gd name="T69" fmla="*/ 315715 h 46"/>
                <a:gd name="T70" fmla="*/ 1430701 w 399"/>
                <a:gd name="T71" fmla="*/ 417194 h 46"/>
                <a:gd name="T72" fmla="*/ 1475763 w 399"/>
                <a:gd name="T73" fmla="*/ 518674 h 46"/>
                <a:gd name="T74" fmla="*/ 1419436 w 399"/>
                <a:gd name="T75" fmla="*/ 0 h 46"/>
                <a:gd name="T76" fmla="*/ 1633478 w 399"/>
                <a:gd name="T77" fmla="*/ 338266 h 46"/>
                <a:gd name="T78" fmla="*/ 1870050 w 399"/>
                <a:gd name="T79" fmla="*/ 451021 h 46"/>
                <a:gd name="T80" fmla="*/ 1565886 w 399"/>
                <a:gd name="T81" fmla="*/ 315715 h 46"/>
                <a:gd name="T82" fmla="*/ 1892581 w 399"/>
                <a:gd name="T83" fmla="*/ 338266 h 46"/>
                <a:gd name="T84" fmla="*/ 1734866 w 399"/>
                <a:gd name="T85" fmla="*/ 180408 h 46"/>
                <a:gd name="T86" fmla="*/ 2050296 w 399"/>
                <a:gd name="T87" fmla="*/ 11276 h 46"/>
                <a:gd name="T88" fmla="*/ 2050296 w 399"/>
                <a:gd name="T89" fmla="*/ 11276 h 46"/>
                <a:gd name="T90" fmla="*/ 78858 w 399"/>
                <a:gd name="T91" fmla="*/ 518674 h 46"/>
                <a:gd name="T92" fmla="*/ 405553 w 399"/>
                <a:gd name="T93" fmla="*/ 518674 h 46"/>
                <a:gd name="T94" fmla="*/ 281634 w 399"/>
                <a:gd name="T95" fmla="*/ 349541 h 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ヒラギノ角ゴ Pro W3"/>
                  <a:cs typeface="ヒラギノ角ゴ Pro W3"/>
                </a:defRPr>
              </a:lvl9pPr>
            </a:lstStyle>
            <a:p>
              <a:pPr defTabSz="914400">
                <a:spcBef>
                  <a:spcPct val="50000"/>
                </a:spcBef>
              </a:pPr>
              <a:endParaRPr lang="en-US" altLang="en-US">
                <a:solidFill>
                  <a:srgbClr val="124191"/>
                </a:solidFill>
              </a:endParaRPr>
            </a:p>
          </p:txBody>
        </p:sp>
        <p:sp>
          <p:nvSpPr>
            <p:cNvPr id="10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63038 w 69"/>
                <a:gd name="T1" fmla="*/ 908277 h 84"/>
                <a:gd name="T2" fmla="*/ 371605 w 69"/>
                <a:gd name="T3" fmla="*/ 840156 h 84"/>
                <a:gd name="T4" fmla="*/ 439170 w 69"/>
                <a:gd name="T5" fmla="*/ 408725 h 84"/>
                <a:gd name="T6" fmla="*/ 529256 w 69"/>
                <a:gd name="T7" fmla="*/ 90828 h 84"/>
                <a:gd name="T8" fmla="*/ 236476 w 69"/>
                <a:gd name="T9" fmla="*/ 431432 h 84"/>
                <a:gd name="T10" fmla="*/ 427909 w 69"/>
                <a:gd name="T11" fmla="*/ 317897 h 84"/>
                <a:gd name="T12" fmla="*/ 405388 w 69"/>
                <a:gd name="T13" fmla="*/ 374664 h 84"/>
                <a:gd name="T14" fmla="*/ 112608 w 69"/>
                <a:gd name="T15" fmla="*/ 658501 h 84"/>
                <a:gd name="T16" fmla="*/ 67565 w 69"/>
                <a:gd name="T17" fmla="*/ 669854 h 84"/>
                <a:gd name="T18" fmla="*/ 0 w 69"/>
                <a:gd name="T19" fmla="*/ 624441 h 84"/>
                <a:gd name="T20" fmla="*/ 371605 w 69"/>
                <a:gd name="T21" fmla="*/ 102181 h 84"/>
                <a:gd name="T22" fmla="*/ 563038 w 69"/>
                <a:gd name="T23" fmla="*/ 22707 h 84"/>
                <a:gd name="T24" fmla="*/ 585560 w 69"/>
                <a:gd name="T25" fmla="*/ 238423 h 84"/>
                <a:gd name="T26" fmla="*/ 484213 w 69"/>
                <a:gd name="T27" fmla="*/ 772036 h 84"/>
                <a:gd name="T28" fmla="*/ 574299 w 69"/>
                <a:gd name="T29" fmla="*/ 806096 h 84"/>
                <a:gd name="T30" fmla="*/ 754471 w 69"/>
                <a:gd name="T31" fmla="*/ 669854 h 84"/>
                <a:gd name="T32" fmla="*/ 754471 w 69"/>
                <a:gd name="T33" fmla="*/ 669854 h 84"/>
                <a:gd name="T34" fmla="*/ 776993 w 69"/>
                <a:gd name="T35" fmla="*/ 715268 h 84"/>
                <a:gd name="T36" fmla="*/ 563038 w 69"/>
                <a:gd name="T37" fmla="*/ 908277 h 8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1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91006 w 29"/>
                <a:gd name="T1" fmla="*/ 393191 h 35"/>
                <a:gd name="T2" fmla="*/ 191006 w 29"/>
                <a:gd name="T3" fmla="*/ 393191 h 35"/>
                <a:gd name="T4" fmla="*/ 168535 w 29"/>
                <a:gd name="T5" fmla="*/ 359489 h 35"/>
                <a:gd name="T6" fmla="*/ 202242 w 29"/>
                <a:gd name="T7" fmla="*/ 101106 h 35"/>
                <a:gd name="T8" fmla="*/ 0 w 29"/>
                <a:gd name="T9" fmla="*/ 33702 h 35"/>
                <a:gd name="T10" fmla="*/ 11236 w 29"/>
                <a:gd name="T11" fmla="*/ 11234 h 35"/>
                <a:gd name="T12" fmla="*/ 101121 w 29"/>
                <a:gd name="T13" fmla="*/ 11234 h 35"/>
                <a:gd name="T14" fmla="*/ 191006 w 29"/>
                <a:gd name="T15" fmla="*/ 393191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2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defRPr/>
            </a:pPr>
            <a:fld id="{DE71CE48-06BE-4076-A6D5-54752326D728}" type="slidenum">
              <a:rPr lang="en-US" altLang="en-US" sz="600" smtClean="0">
                <a:solidFill>
                  <a:srgbClr val="124191"/>
                </a:solidFill>
                <a:latin typeface="Trebuchet MS" panose="020B0603020202020204" pitchFamily="34" charset="0"/>
                <a:ea typeface="+mn-ea"/>
              </a:rPr>
              <a:pPr defTabSz="914400" eaLnBrk="1" hangingPunct="1">
                <a:defRPr/>
              </a:pPr>
              <a:t>‹#›</a:t>
            </a:fld>
            <a:endParaRPr lang="en-US" altLang="en-US" sz="600">
              <a:solidFill>
                <a:srgbClr val="124191"/>
              </a:solidFill>
              <a:latin typeface="Trebuchet MS" panose="020B0603020202020204" pitchFamily="34" charset="0"/>
              <a:ea typeface="+mn-ea"/>
            </a:endParaRPr>
          </a:p>
        </p:txBody>
      </p:sp>
      <p:pic>
        <p:nvPicPr>
          <p:cNvPr id="13" name="Picture 15" descr="taglin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67" y="170260"/>
            <a:ext cx="8716596" cy="79295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01" y="1021558"/>
            <a:ext cx="8686068" cy="33944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Trebuchet MS" pitchFamily="34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518469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okia Whi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8"/>
          <p:cNvSpPr>
            <a:spLocks noGrp="1"/>
          </p:cNvSpPr>
          <p:nvPr>
            <p:ph sz="quarter" idx="13"/>
          </p:nvPr>
        </p:nvSpPr>
        <p:spPr>
          <a:xfrm>
            <a:off x="418123" y="537792"/>
            <a:ext cx="8227649" cy="3016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1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959320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67200" y="900000"/>
            <a:ext cx="8359200" cy="1980000"/>
          </a:xfrm>
        </p:spPr>
        <p:txBody>
          <a:bodyPr/>
          <a:lstStyle>
            <a:lvl1pPr marL="0" indent="0">
              <a:buNone/>
              <a:defRPr sz="660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eaLnBrk="1" hangingPunct="1"/>
            <a:r>
              <a:rPr lang="en-US" dirty="0">
                <a:ea typeface="ヒラギノ角ゴ Pro W3"/>
                <a:cs typeface="ヒラギノ角ゴ Pro W3"/>
              </a:rPr>
              <a:t>Main headline in</a:t>
            </a:r>
            <a:br>
              <a:rPr lang="en-US" dirty="0">
                <a:ea typeface="ヒラギノ角ゴ Pro W3"/>
                <a:cs typeface="ヒラギノ角ゴ Pro W3"/>
              </a:rPr>
            </a:br>
            <a:r>
              <a:rPr lang="en-US" dirty="0">
                <a:ea typeface="ヒラギノ角ゴ Pro W3"/>
                <a:cs typeface="ヒラギノ角ゴ Pro W3"/>
              </a:rPr>
              <a:t>lower case here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0" y="280580"/>
            <a:ext cx="1080000" cy="175283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  <p:sp>
        <p:nvSpPr>
          <p:cNvPr id="8" name="Content Placeholder 12"/>
          <p:cNvSpPr>
            <a:spLocks noGrp="1"/>
          </p:cNvSpPr>
          <p:nvPr>
            <p:ph sz="quarter" idx="13" hasCustomPrompt="1"/>
          </p:nvPr>
        </p:nvSpPr>
        <p:spPr>
          <a:xfrm>
            <a:off x="417600" y="3059999"/>
            <a:ext cx="8308800" cy="1576800"/>
          </a:xfrm>
        </p:spPr>
        <p:txBody>
          <a:bodyPr/>
          <a:lstStyle>
            <a:lvl1pPr marL="0" indent="0">
              <a:buNone/>
              <a:defRPr sz="1800"/>
            </a:lvl1pPr>
            <a:lvl2pPr marL="230400" indent="-228600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Supporting headline in sentence case here </a:t>
            </a:r>
          </a:p>
          <a:p>
            <a:pPr lvl="1"/>
            <a:r>
              <a:rPr lang="en-US" dirty="0"/>
              <a:t>Author/Presenter</a:t>
            </a:r>
          </a:p>
          <a:p>
            <a:pPr lvl="1"/>
            <a:r>
              <a:rPr lang="en-US" dirty="0"/>
              <a:t>DD-MM-YYYY</a:t>
            </a:r>
          </a:p>
        </p:txBody>
      </p:sp>
    </p:spTree>
    <p:extLst>
      <p:ext uri="{BB962C8B-B14F-4D97-AF65-F5344CB8AC3E}">
        <p14:creationId xmlns:p14="http://schemas.microsoft.com/office/powerpoint/2010/main" val="34161258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18118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>
                <a:solidFill>
                  <a:schemeClr val="bg1"/>
                </a:solidFill>
              </a:defRPr>
            </a:lvl1pPr>
            <a:lvl2pPr marL="460800">
              <a:defRPr sz="1400"/>
            </a:lvl2pPr>
            <a:lvl3pPr marL="691200" indent="-230400">
              <a:defRPr sz="1200"/>
            </a:lvl3pPr>
            <a:lvl4pPr marL="921600">
              <a:defRPr sz="1000"/>
            </a:lvl4pPr>
            <a:lvl5pPr marL="1152000"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18120" y="279249"/>
            <a:ext cx="8308800" cy="309600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17512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dirty="0"/>
              <a:t>Click to edit secondary headline</a:t>
            </a:r>
          </a:p>
        </p:txBody>
      </p:sp>
    </p:spTree>
    <p:extLst>
      <p:ext uri="{BB962C8B-B14F-4D97-AF65-F5344CB8AC3E}">
        <p14:creationId xmlns:p14="http://schemas.microsoft.com/office/powerpoint/2010/main" val="286781237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17599" y="280799"/>
            <a:ext cx="8308800" cy="435960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7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kia Blu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  <p:sp>
        <p:nvSpPr>
          <p:cNvPr id="5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kia Blue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302" y="2430463"/>
            <a:ext cx="1741074" cy="282575"/>
          </a:xfrm>
          <a:prstGeom prst="rect">
            <a:avLst/>
          </a:prstGeom>
        </p:spPr>
      </p:pic>
      <p:sp>
        <p:nvSpPr>
          <p:cNvPr id="6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&lt;Change information classification in footer&gt;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7734300" y="4756150"/>
            <a:ext cx="1141413" cy="241300"/>
            <a:chOff x="1568450" y="4267200"/>
            <a:chExt cx="6007100" cy="1271588"/>
          </a:xfrm>
        </p:grpSpPr>
        <p:sp>
          <p:nvSpPr>
            <p:cNvPr id="6" name="Oval 14"/>
            <p:cNvSpPr>
              <a:spLocks noChangeArrowheads="1"/>
            </p:cNvSpPr>
            <p:nvPr userDrawn="1"/>
          </p:nvSpPr>
          <p:spPr bwMode="auto">
            <a:xfrm>
              <a:off x="3740697" y="4844437"/>
              <a:ext cx="125325" cy="125483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7" name="Freeform 15"/>
            <p:cNvSpPr>
              <a:spLocks noEditPoints="1"/>
            </p:cNvSpPr>
            <p:nvPr userDrawn="1"/>
          </p:nvSpPr>
          <p:spPr bwMode="auto">
            <a:xfrm>
              <a:off x="1568450" y="4610197"/>
              <a:ext cx="4494880" cy="518674"/>
            </a:xfrm>
            <a:custGeom>
              <a:avLst/>
              <a:gdLst>
                <a:gd name="T0" fmla="*/ 240 w 399"/>
                <a:gd name="T1" fmla="*/ 46 h 46"/>
                <a:gd name="T2" fmla="*/ 250 w 399"/>
                <a:gd name="T3" fmla="*/ 11 h 46"/>
                <a:gd name="T4" fmla="*/ 263 w 399"/>
                <a:gd name="T5" fmla="*/ 39 h 46"/>
                <a:gd name="T6" fmla="*/ 272 w 399"/>
                <a:gd name="T7" fmla="*/ 29 h 46"/>
                <a:gd name="T8" fmla="*/ 253 w 399"/>
                <a:gd name="T9" fmla="*/ 46 h 46"/>
                <a:gd name="T10" fmla="*/ 250 w 399"/>
                <a:gd name="T11" fmla="*/ 11 h 46"/>
                <a:gd name="T12" fmla="*/ 296 w 399"/>
                <a:gd name="T13" fmla="*/ 16 h 46"/>
                <a:gd name="T14" fmla="*/ 296 w 399"/>
                <a:gd name="T15" fmla="*/ 41 h 46"/>
                <a:gd name="T16" fmla="*/ 295 w 399"/>
                <a:gd name="T17" fmla="*/ 46 h 46"/>
                <a:gd name="T18" fmla="*/ 303 w 399"/>
                <a:gd name="T19" fmla="*/ 12 h 46"/>
                <a:gd name="T20" fmla="*/ 321 w 399"/>
                <a:gd name="T21" fmla="*/ 40 h 46"/>
                <a:gd name="T22" fmla="*/ 326 w 399"/>
                <a:gd name="T23" fmla="*/ 46 h 46"/>
                <a:gd name="T24" fmla="*/ 323 w 399"/>
                <a:gd name="T25" fmla="*/ 11 h 46"/>
                <a:gd name="T26" fmla="*/ 331 w 399"/>
                <a:gd name="T27" fmla="*/ 26 h 46"/>
                <a:gd name="T28" fmla="*/ 314 w 399"/>
                <a:gd name="T29" fmla="*/ 26 h 46"/>
                <a:gd name="T30" fmla="*/ 352 w 399"/>
                <a:gd name="T31" fmla="*/ 15 h 46"/>
                <a:gd name="T32" fmla="*/ 373 w 399"/>
                <a:gd name="T33" fmla="*/ 46 h 46"/>
                <a:gd name="T34" fmla="*/ 359 w 399"/>
                <a:gd name="T35" fmla="*/ 16 h 46"/>
                <a:gd name="T36" fmla="*/ 344 w 399"/>
                <a:gd name="T37" fmla="*/ 46 h 46"/>
                <a:gd name="T38" fmla="*/ 388 w 399"/>
                <a:gd name="T39" fmla="*/ 17 h 46"/>
                <a:gd name="T40" fmla="*/ 399 w 399"/>
                <a:gd name="T41" fmla="*/ 40 h 46"/>
                <a:gd name="T42" fmla="*/ 382 w 399"/>
                <a:gd name="T43" fmla="*/ 34 h 46"/>
                <a:gd name="T44" fmla="*/ 398 w 399"/>
                <a:gd name="T45" fmla="*/ 11 h 46"/>
                <a:gd name="T46" fmla="*/ 41 w 399"/>
                <a:gd name="T47" fmla="*/ 46 h 46"/>
                <a:gd name="T48" fmla="*/ 79 w 399"/>
                <a:gd name="T49" fmla="*/ 18 h 46"/>
                <a:gd name="T50" fmla="*/ 61 w 399"/>
                <a:gd name="T51" fmla="*/ 28 h 46"/>
                <a:gd name="T52" fmla="*/ 80 w 399"/>
                <a:gd name="T53" fmla="*/ 44 h 46"/>
                <a:gd name="T54" fmla="*/ 56 w 399"/>
                <a:gd name="T55" fmla="*/ 21 h 46"/>
                <a:gd name="T56" fmla="*/ 87 w 399"/>
                <a:gd name="T57" fmla="*/ 14 h 46"/>
                <a:gd name="T58" fmla="*/ 111 w 399"/>
                <a:gd name="T59" fmla="*/ 16 h 46"/>
                <a:gd name="T60" fmla="*/ 93 w 399"/>
                <a:gd name="T61" fmla="*/ 46 h 46"/>
                <a:gd name="T62" fmla="*/ 105 w 399"/>
                <a:gd name="T63" fmla="*/ 22 h 46"/>
                <a:gd name="T64" fmla="*/ 87 w 399"/>
                <a:gd name="T65" fmla="*/ 19 h 46"/>
                <a:gd name="T66" fmla="*/ 91 w 399"/>
                <a:gd name="T67" fmla="*/ 36 h 46"/>
                <a:gd name="T68" fmla="*/ 105 w 399"/>
                <a:gd name="T69" fmla="*/ 28 h 46"/>
                <a:gd name="T70" fmla="*/ 127 w 399"/>
                <a:gd name="T71" fmla="*/ 37 h 46"/>
                <a:gd name="T72" fmla="*/ 131 w 399"/>
                <a:gd name="T73" fmla="*/ 46 h 46"/>
                <a:gd name="T74" fmla="*/ 126 w 399"/>
                <a:gd name="T75" fmla="*/ 0 h 46"/>
                <a:gd name="T76" fmla="*/ 145 w 399"/>
                <a:gd name="T77" fmla="*/ 30 h 46"/>
                <a:gd name="T78" fmla="*/ 166 w 399"/>
                <a:gd name="T79" fmla="*/ 40 h 46"/>
                <a:gd name="T80" fmla="*/ 139 w 399"/>
                <a:gd name="T81" fmla="*/ 28 h 46"/>
                <a:gd name="T82" fmla="*/ 168 w 399"/>
                <a:gd name="T83" fmla="*/ 30 h 46"/>
                <a:gd name="T84" fmla="*/ 154 w 399"/>
                <a:gd name="T85" fmla="*/ 16 h 46"/>
                <a:gd name="T86" fmla="*/ 182 w 399"/>
                <a:gd name="T87" fmla="*/ 1 h 46"/>
                <a:gd name="T88" fmla="*/ 182 w 399"/>
                <a:gd name="T89" fmla="*/ 1 h 46"/>
                <a:gd name="T90" fmla="*/ 7 w 399"/>
                <a:gd name="T91" fmla="*/ 46 h 46"/>
                <a:gd name="T92" fmla="*/ 36 w 399"/>
                <a:gd name="T93" fmla="*/ 46 h 46"/>
                <a:gd name="T94" fmla="*/ 25 w 399"/>
                <a:gd name="T95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9" h="46">
                  <a:moveTo>
                    <a:pt x="222" y="1"/>
                  </a:moveTo>
                  <a:cubicBezTo>
                    <a:pt x="222" y="39"/>
                    <a:pt x="222" y="39"/>
                    <a:pt x="222" y="39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0" y="46"/>
                    <a:pt x="240" y="46"/>
                    <a:pt x="240" y="46"/>
                  </a:cubicBezTo>
                  <a:cubicBezTo>
                    <a:pt x="215" y="46"/>
                    <a:pt x="215" y="46"/>
                    <a:pt x="215" y="46"/>
                  </a:cubicBezTo>
                  <a:cubicBezTo>
                    <a:pt x="215" y="1"/>
                    <a:pt x="215" y="1"/>
                    <a:pt x="215" y="1"/>
                  </a:cubicBezTo>
                  <a:lnTo>
                    <a:pt x="222" y="1"/>
                  </a:lnTo>
                  <a:close/>
                  <a:moveTo>
                    <a:pt x="250" y="11"/>
                  </a:moveTo>
                  <a:cubicBezTo>
                    <a:pt x="250" y="31"/>
                    <a:pt x="250" y="31"/>
                    <a:pt x="250" y="31"/>
                  </a:cubicBezTo>
                  <a:cubicBezTo>
                    <a:pt x="250" y="34"/>
                    <a:pt x="250" y="37"/>
                    <a:pt x="253" y="39"/>
                  </a:cubicBezTo>
                  <a:cubicBezTo>
                    <a:pt x="254" y="40"/>
                    <a:pt x="255" y="41"/>
                    <a:pt x="258" y="41"/>
                  </a:cubicBezTo>
                  <a:cubicBezTo>
                    <a:pt x="260" y="41"/>
                    <a:pt x="262" y="40"/>
                    <a:pt x="263" y="39"/>
                  </a:cubicBezTo>
                  <a:cubicBezTo>
                    <a:pt x="266" y="37"/>
                    <a:pt x="265" y="33"/>
                    <a:pt x="265" y="29"/>
                  </a:cubicBezTo>
                  <a:cubicBezTo>
                    <a:pt x="265" y="11"/>
                    <a:pt x="265" y="11"/>
                    <a:pt x="265" y="11"/>
                  </a:cubicBezTo>
                  <a:cubicBezTo>
                    <a:pt x="272" y="11"/>
                    <a:pt x="272" y="11"/>
                    <a:pt x="272" y="11"/>
                  </a:cubicBezTo>
                  <a:cubicBezTo>
                    <a:pt x="272" y="29"/>
                    <a:pt x="272" y="29"/>
                    <a:pt x="272" y="29"/>
                  </a:cubicBezTo>
                  <a:cubicBezTo>
                    <a:pt x="272" y="34"/>
                    <a:pt x="272" y="35"/>
                    <a:pt x="271" y="37"/>
                  </a:cubicBezTo>
                  <a:cubicBezTo>
                    <a:pt x="271" y="39"/>
                    <a:pt x="270" y="42"/>
                    <a:pt x="266" y="44"/>
                  </a:cubicBezTo>
                  <a:cubicBezTo>
                    <a:pt x="262" y="46"/>
                    <a:pt x="259" y="46"/>
                    <a:pt x="258" y="46"/>
                  </a:cubicBezTo>
                  <a:cubicBezTo>
                    <a:pt x="255" y="46"/>
                    <a:pt x="254" y="46"/>
                    <a:pt x="253" y="46"/>
                  </a:cubicBezTo>
                  <a:cubicBezTo>
                    <a:pt x="249" y="45"/>
                    <a:pt x="246" y="42"/>
                    <a:pt x="244" y="39"/>
                  </a:cubicBezTo>
                  <a:cubicBezTo>
                    <a:pt x="243" y="36"/>
                    <a:pt x="243" y="33"/>
                    <a:pt x="243" y="30"/>
                  </a:cubicBezTo>
                  <a:cubicBezTo>
                    <a:pt x="243" y="11"/>
                    <a:pt x="243" y="11"/>
                    <a:pt x="243" y="11"/>
                  </a:cubicBezTo>
                  <a:lnTo>
                    <a:pt x="250" y="11"/>
                  </a:lnTo>
                  <a:close/>
                  <a:moveTo>
                    <a:pt x="303" y="18"/>
                  </a:move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7"/>
                  </a:cubicBezTo>
                  <a:cubicBezTo>
                    <a:pt x="299" y="16"/>
                    <a:pt x="297" y="16"/>
                    <a:pt x="296" y="16"/>
                  </a:cubicBezTo>
                  <a:cubicBezTo>
                    <a:pt x="295" y="16"/>
                    <a:pt x="293" y="16"/>
                    <a:pt x="291" y="17"/>
                  </a:cubicBezTo>
                  <a:cubicBezTo>
                    <a:pt x="289" y="18"/>
                    <a:pt x="285" y="21"/>
                    <a:pt x="285" y="28"/>
                  </a:cubicBezTo>
                  <a:cubicBezTo>
                    <a:pt x="285" y="29"/>
                    <a:pt x="285" y="31"/>
                    <a:pt x="286" y="33"/>
                  </a:cubicBezTo>
                  <a:cubicBezTo>
                    <a:pt x="287" y="38"/>
                    <a:pt x="291" y="41"/>
                    <a:pt x="296" y="41"/>
                  </a:cubicBezTo>
                  <a:cubicBezTo>
                    <a:pt x="300" y="41"/>
                    <a:pt x="302" y="39"/>
                    <a:pt x="303" y="39"/>
                  </a:cubicBezTo>
                  <a:cubicBezTo>
                    <a:pt x="303" y="44"/>
                    <a:pt x="303" y="44"/>
                    <a:pt x="303" y="44"/>
                  </a:cubicBezTo>
                  <a:cubicBezTo>
                    <a:pt x="303" y="45"/>
                    <a:pt x="302" y="45"/>
                    <a:pt x="301" y="45"/>
                  </a:cubicBezTo>
                  <a:cubicBezTo>
                    <a:pt x="300" y="46"/>
                    <a:pt x="298" y="46"/>
                    <a:pt x="295" y="46"/>
                  </a:cubicBezTo>
                  <a:cubicBezTo>
                    <a:pt x="285" y="46"/>
                    <a:pt x="278" y="38"/>
                    <a:pt x="278" y="28"/>
                  </a:cubicBezTo>
                  <a:cubicBezTo>
                    <a:pt x="278" y="27"/>
                    <a:pt x="278" y="24"/>
                    <a:pt x="279" y="21"/>
                  </a:cubicBezTo>
                  <a:cubicBezTo>
                    <a:pt x="280" y="18"/>
                    <a:pt x="285" y="11"/>
                    <a:pt x="295" y="11"/>
                  </a:cubicBezTo>
                  <a:cubicBezTo>
                    <a:pt x="296" y="11"/>
                    <a:pt x="299" y="11"/>
                    <a:pt x="303" y="12"/>
                  </a:cubicBezTo>
                  <a:lnTo>
                    <a:pt x="303" y="18"/>
                  </a:lnTo>
                  <a:close/>
                  <a:moveTo>
                    <a:pt x="314" y="30"/>
                  </a:moveTo>
                  <a:cubicBezTo>
                    <a:pt x="314" y="32"/>
                    <a:pt x="315" y="33"/>
                    <a:pt x="315" y="34"/>
                  </a:cubicBezTo>
                  <a:cubicBezTo>
                    <a:pt x="316" y="37"/>
                    <a:pt x="318" y="39"/>
                    <a:pt x="321" y="40"/>
                  </a:cubicBezTo>
                  <a:cubicBezTo>
                    <a:pt x="322" y="41"/>
                    <a:pt x="324" y="41"/>
                    <a:pt x="327" y="41"/>
                  </a:cubicBezTo>
                  <a:cubicBezTo>
                    <a:pt x="329" y="41"/>
                    <a:pt x="331" y="41"/>
                    <a:pt x="335" y="40"/>
                  </a:cubicBezTo>
                  <a:cubicBezTo>
                    <a:pt x="335" y="45"/>
                    <a:pt x="335" y="45"/>
                    <a:pt x="335" y="45"/>
                  </a:cubicBezTo>
                  <a:cubicBezTo>
                    <a:pt x="334" y="45"/>
                    <a:pt x="330" y="46"/>
                    <a:pt x="326" y="46"/>
                  </a:cubicBezTo>
                  <a:cubicBezTo>
                    <a:pt x="325" y="46"/>
                    <a:pt x="320" y="46"/>
                    <a:pt x="317" y="44"/>
                  </a:cubicBezTo>
                  <a:cubicBezTo>
                    <a:pt x="313" y="43"/>
                    <a:pt x="307" y="38"/>
                    <a:pt x="308" y="28"/>
                  </a:cubicBezTo>
                  <a:cubicBezTo>
                    <a:pt x="308" y="27"/>
                    <a:pt x="308" y="24"/>
                    <a:pt x="309" y="20"/>
                  </a:cubicBezTo>
                  <a:cubicBezTo>
                    <a:pt x="310" y="17"/>
                    <a:pt x="314" y="11"/>
                    <a:pt x="323" y="11"/>
                  </a:cubicBezTo>
                  <a:cubicBezTo>
                    <a:pt x="332" y="11"/>
                    <a:pt x="337" y="17"/>
                    <a:pt x="337" y="25"/>
                  </a:cubicBezTo>
                  <a:cubicBezTo>
                    <a:pt x="337" y="27"/>
                    <a:pt x="337" y="28"/>
                    <a:pt x="336" y="30"/>
                  </a:cubicBezTo>
                  <a:lnTo>
                    <a:pt x="314" y="30"/>
                  </a:lnTo>
                  <a:close/>
                  <a:moveTo>
                    <a:pt x="331" y="26"/>
                  </a:moveTo>
                  <a:cubicBezTo>
                    <a:pt x="331" y="25"/>
                    <a:pt x="331" y="22"/>
                    <a:pt x="330" y="20"/>
                  </a:cubicBezTo>
                  <a:cubicBezTo>
                    <a:pt x="329" y="19"/>
                    <a:pt x="327" y="16"/>
                    <a:pt x="323" y="16"/>
                  </a:cubicBezTo>
                  <a:cubicBezTo>
                    <a:pt x="321" y="16"/>
                    <a:pt x="319" y="16"/>
                    <a:pt x="318" y="17"/>
                  </a:cubicBezTo>
                  <a:cubicBezTo>
                    <a:pt x="314" y="20"/>
                    <a:pt x="314" y="25"/>
                    <a:pt x="314" y="26"/>
                  </a:cubicBezTo>
                  <a:lnTo>
                    <a:pt x="331" y="26"/>
                  </a:lnTo>
                  <a:close/>
                  <a:moveTo>
                    <a:pt x="350" y="11"/>
                  </a:moveTo>
                  <a:cubicBezTo>
                    <a:pt x="350" y="18"/>
                    <a:pt x="350" y="18"/>
                    <a:pt x="350" y="18"/>
                  </a:cubicBezTo>
                  <a:cubicBezTo>
                    <a:pt x="351" y="17"/>
                    <a:pt x="351" y="16"/>
                    <a:pt x="352" y="15"/>
                  </a:cubicBezTo>
                  <a:cubicBezTo>
                    <a:pt x="355" y="11"/>
                    <a:pt x="359" y="11"/>
                    <a:pt x="361" y="11"/>
                  </a:cubicBezTo>
                  <a:cubicBezTo>
                    <a:pt x="362" y="11"/>
                    <a:pt x="366" y="11"/>
                    <a:pt x="368" y="13"/>
                  </a:cubicBezTo>
                  <a:cubicBezTo>
                    <a:pt x="373" y="16"/>
                    <a:pt x="373" y="21"/>
                    <a:pt x="373" y="26"/>
                  </a:cubicBezTo>
                  <a:cubicBezTo>
                    <a:pt x="373" y="46"/>
                    <a:pt x="373" y="46"/>
                    <a:pt x="373" y="46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6" y="26"/>
                    <a:pt x="366" y="26"/>
                    <a:pt x="366" y="26"/>
                  </a:cubicBezTo>
                  <a:cubicBezTo>
                    <a:pt x="366" y="23"/>
                    <a:pt x="366" y="20"/>
                    <a:pt x="364" y="18"/>
                  </a:cubicBezTo>
                  <a:cubicBezTo>
                    <a:pt x="363" y="17"/>
                    <a:pt x="362" y="16"/>
                    <a:pt x="359" y="16"/>
                  </a:cubicBezTo>
                  <a:cubicBezTo>
                    <a:pt x="358" y="16"/>
                    <a:pt x="356" y="17"/>
                    <a:pt x="354" y="18"/>
                  </a:cubicBezTo>
                  <a:cubicBezTo>
                    <a:pt x="351" y="21"/>
                    <a:pt x="351" y="26"/>
                    <a:pt x="351" y="30"/>
                  </a:cubicBezTo>
                  <a:cubicBezTo>
                    <a:pt x="351" y="46"/>
                    <a:pt x="351" y="46"/>
                    <a:pt x="351" y="46"/>
                  </a:cubicBezTo>
                  <a:cubicBezTo>
                    <a:pt x="344" y="46"/>
                    <a:pt x="344" y="46"/>
                    <a:pt x="344" y="46"/>
                  </a:cubicBezTo>
                  <a:cubicBezTo>
                    <a:pt x="344" y="11"/>
                    <a:pt x="344" y="11"/>
                    <a:pt x="344" y="11"/>
                  </a:cubicBezTo>
                  <a:lnTo>
                    <a:pt x="350" y="11"/>
                  </a:lnTo>
                  <a:close/>
                  <a:moveTo>
                    <a:pt x="398" y="17"/>
                  </a:moveTo>
                  <a:cubicBezTo>
                    <a:pt x="388" y="17"/>
                    <a:pt x="388" y="17"/>
                    <a:pt x="388" y="17"/>
                  </a:cubicBezTo>
                  <a:cubicBezTo>
                    <a:pt x="388" y="34"/>
                    <a:pt x="388" y="34"/>
                    <a:pt x="388" y="34"/>
                  </a:cubicBezTo>
                  <a:cubicBezTo>
                    <a:pt x="388" y="35"/>
                    <a:pt x="388" y="36"/>
                    <a:pt x="389" y="37"/>
                  </a:cubicBezTo>
                  <a:cubicBezTo>
                    <a:pt x="390" y="41"/>
                    <a:pt x="393" y="41"/>
                    <a:pt x="394" y="41"/>
                  </a:cubicBezTo>
                  <a:cubicBezTo>
                    <a:pt x="395" y="41"/>
                    <a:pt x="396" y="41"/>
                    <a:pt x="399" y="40"/>
                  </a:cubicBezTo>
                  <a:cubicBezTo>
                    <a:pt x="399" y="45"/>
                    <a:pt x="399" y="45"/>
                    <a:pt x="399" y="45"/>
                  </a:cubicBezTo>
                  <a:cubicBezTo>
                    <a:pt x="396" y="46"/>
                    <a:pt x="395" y="46"/>
                    <a:pt x="393" y="46"/>
                  </a:cubicBezTo>
                  <a:cubicBezTo>
                    <a:pt x="392" y="46"/>
                    <a:pt x="389" y="46"/>
                    <a:pt x="386" y="45"/>
                  </a:cubicBezTo>
                  <a:cubicBezTo>
                    <a:pt x="382" y="42"/>
                    <a:pt x="382" y="38"/>
                    <a:pt x="382" y="34"/>
                  </a:cubicBezTo>
                  <a:cubicBezTo>
                    <a:pt x="382" y="5"/>
                    <a:pt x="382" y="5"/>
                    <a:pt x="382" y="5"/>
                  </a:cubicBezTo>
                  <a:cubicBezTo>
                    <a:pt x="388" y="0"/>
                    <a:pt x="388" y="0"/>
                    <a:pt x="388" y="0"/>
                  </a:cubicBezTo>
                  <a:cubicBezTo>
                    <a:pt x="388" y="11"/>
                    <a:pt x="388" y="11"/>
                    <a:pt x="388" y="11"/>
                  </a:cubicBezTo>
                  <a:cubicBezTo>
                    <a:pt x="398" y="11"/>
                    <a:pt x="398" y="11"/>
                    <a:pt x="398" y="11"/>
                  </a:cubicBezTo>
                  <a:lnTo>
                    <a:pt x="398" y="17"/>
                  </a:lnTo>
                  <a:close/>
                  <a:moveTo>
                    <a:pt x="47" y="1"/>
                  </a:moveTo>
                  <a:cubicBezTo>
                    <a:pt x="47" y="46"/>
                    <a:pt x="47" y="46"/>
                    <a:pt x="47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1"/>
                    <a:pt x="41" y="1"/>
                    <a:pt x="41" y="1"/>
                  </a:cubicBezTo>
                  <a:lnTo>
                    <a:pt x="47" y="1"/>
                  </a:lnTo>
                  <a:close/>
                  <a:moveTo>
                    <a:pt x="79" y="18"/>
                  </a:move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8" y="17"/>
                  </a:cubicBezTo>
                  <a:cubicBezTo>
                    <a:pt x="76" y="16"/>
                    <a:pt x="73" y="16"/>
                    <a:pt x="73" y="16"/>
                  </a:cubicBezTo>
                  <a:cubicBezTo>
                    <a:pt x="72" y="16"/>
                    <a:pt x="70" y="16"/>
                    <a:pt x="68" y="17"/>
                  </a:cubicBezTo>
                  <a:cubicBezTo>
                    <a:pt x="65" y="18"/>
                    <a:pt x="61" y="21"/>
                    <a:pt x="61" y="28"/>
                  </a:cubicBezTo>
                  <a:cubicBezTo>
                    <a:pt x="61" y="29"/>
                    <a:pt x="61" y="31"/>
                    <a:pt x="62" y="33"/>
                  </a:cubicBezTo>
                  <a:cubicBezTo>
                    <a:pt x="64" y="38"/>
                    <a:pt x="68" y="41"/>
                    <a:pt x="73" y="41"/>
                  </a:cubicBezTo>
                  <a:cubicBezTo>
                    <a:pt x="76" y="41"/>
                    <a:pt x="79" y="39"/>
                    <a:pt x="80" y="39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79" y="45"/>
                    <a:pt x="78" y="45"/>
                    <a:pt x="78" y="45"/>
                  </a:cubicBezTo>
                  <a:cubicBezTo>
                    <a:pt x="77" y="46"/>
                    <a:pt x="75" y="46"/>
                    <a:pt x="72" y="46"/>
                  </a:cubicBezTo>
                  <a:cubicBezTo>
                    <a:pt x="61" y="46"/>
                    <a:pt x="54" y="38"/>
                    <a:pt x="54" y="28"/>
                  </a:cubicBezTo>
                  <a:cubicBezTo>
                    <a:pt x="54" y="27"/>
                    <a:pt x="54" y="24"/>
                    <a:pt x="56" y="21"/>
                  </a:cubicBezTo>
                  <a:cubicBezTo>
                    <a:pt x="57" y="18"/>
                    <a:pt x="61" y="11"/>
                    <a:pt x="71" y="11"/>
                  </a:cubicBezTo>
                  <a:cubicBezTo>
                    <a:pt x="73" y="11"/>
                    <a:pt x="76" y="11"/>
                    <a:pt x="79" y="12"/>
                  </a:cubicBezTo>
                  <a:lnTo>
                    <a:pt x="79" y="18"/>
                  </a:lnTo>
                  <a:close/>
                  <a:moveTo>
                    <a:pt x="87" y="14"/>
                  </a:moveTo>
                  <a:cubicBezTo>
                    <a:pt x="88" y="13"/>
                    <a:pt x="89" y="13"/>
                    <a:pt x="89" y="12"/>
                  </a:cubicBezTo>
                  <a:cubicBezTo>
                    <a:pt x="91" y="12"/>
                    <a:pt x="95" y="11"/>
                    <a:pt x="99" y="11"/>
                  </a:cubicBezTo>
                  <a:cubicBezTo>
                    <a:pt x="104" y="11"/>
                    <a:pt x="107" y="12"/>
                    <a:pt x="109" y="13"/>
                  </a:cubicBezTo>
                  <a:cubicBezTo>
                    <a:pt x="109" y="14"/>
                    <a:pt x="110" y="15"/>
                    <a:pt x="111" y="16"/>
                  </a:cubicBezTo>
                  <a:cubicBezTo>
                    <a:pt x="111" y="17"/>
                    <a:pt x="112" y="19"/>
                    <a:pt x="112" y="22"/>
                  </a:cubicBezTo>
                  <a:cubicBezTo>
                    <a:pt x="112" y="45"/>
                    <a:pt x="112" y="45"/>
                    <a:pt x="112" y="45"/>
                  </a:cubicBezTo>
                  <a:cubicBezTo>
                    <a:pt x="106" y="46"/>
                    <a:pt x="101" y="46"/>
                    <a:pt x="99" y="46"/>
                  </a:cubicBezTo>
                  <a:cubicBezTo>
                    <a:pt x="97" y="46"/>
                    <a:pt x="94" y="46"/>
                    <a:pt x="93" y="46"/>
                  </a:cubicBezTo>
                  <a:cubicBezTo>
                    <a:pt x="91" y="45"/>
                    <a:pt x="84" y="44"/>
                    <a:pt x="84" y="36"/>
                  </a:cubicBezTo>
                  <a:cubicBezTo>
                    <a:pt x="84" y="35"/>
                    <a:pt x="85" y="31"/>
                    <a:pt x="88" y="28"/>
                  </a:cubicBezTo>
                  <a:cubicBezTo>
                    <a:pt x="93" y="24"/>
                    <a:pt x="99" y="24"/>
                    <a:pt x="105" y="24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0"/>
                    <a:pt x="105" y="20"/>
                    <a:pt x="105" y="19"/>
                  </a:cubicBezTo>
                  <a:cubicBezTo>
                    <a:pt x="104" y="17"/>
                    <a:pt x="102" y="16"/>
                    <a:pt x="98" y="16"/>
                  </a:cubicBezTo>
                  <a:cubicBezTo>
                    <a:pt x="95" y="16"/>
                    <a:pt x="92" y="17"/>
                    <a:pt x="89" y="18"/>
                  </a:cubicBezTo>
                  <a:cubicBezTo>
                    <a:pt x="88" y="18"/>
                    <a:pt x="88" y="19"/>
                    <a:pt x="87" y="19"/>
                  </a:cubicBezTo>
                  <a:lnTo>
                    <a:pt x="87" y="14"/>
                  </a:lnTo>
                  <a:close/>
                  <a:moveTo>
                    <a:pt x="105" y="28"/>
                  </a:moveTo>
                  <a:cubicBezTo>
                    <a:pt x="101" y="28"/>
                    <a:pt x="96" y="28"/>
                    <a:pt x="93" y="31"/>
                  </a:cubicBezTo>
                  <a:cubicBezTo>
                    <a:pt x="91" y="32"/>
                    <a:pt x="91" y="34"/>
                    <a:pt x="91" y="36"/>
                  </a:cubicBezTo>
                  <a:cubicBezTo>
                    <a:pt x="91" y="37"/>
                    <a:pt x="91" y="38"/>
                    <a:pt x="92" y="39"/>
                  </a:cubicBezTo>
                  <a:cubicBezTo>
                    <a:pt x="93" y="41"/>
                    <a:pt x="95" y="41"/>
                    <a:pt x="100" y="41"/>
                  </a:cubicBezTo>
                  <a:cubicBezTo>
                    <a:pt x="101" y="41"/>
                    <a:pt x="103" y="41"/>
                    <a:pt x="105" y="41"/>
                  </a:cubicBezTo>
                  <a:lnTo>
                    <a:pt x="105" y="28"/>
                  </a:lnTo>
                  <a:close/>
                  <a:moveTo>
                    <a:pt x="136" y="17"/>
                  </a:moveTo>
                  <a:cubicBezTo>
                    <a:pt x="126" y="17"/>
                    <a:pt x="126" y="17"/>
                    <a:pt x="126" y="17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6"/>
                    <a:pt x="127" y="37"/>
                  </a:cubicBezTo>
                  <a:cubicBezTo>
                    <a:pt x="128" y="41"/>
                    <a:pt x="131" y="41"/>
                    <a:pt x="132" y="41"/>
                  </a:cubicBezTo>
                  <a:cubicBezTo>
                    <a:pt x="133" y="41"/>
                    <a:pt x="134" y="41"/>
                    <a:pt x="137" y="40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35" y="46"/>
                    <a:pt x="133" y="46"/>
                    <a:pt x="131" y="46"/>
                  </a:cubicBezTo>
                  <a:cubicBezTo>
                    <a:pt x="130" y="46"/>
                    <a:pt x="127" y="46"/>
                    <a:pt x="124" y="45"/>
                  </a:cubicBezTo>
                  <a:cubicBezTo>
                    <a:pt x="120" y="42"/>
                    <a:pt x="120" y="38"/>
                    <a:pt x="120" y="34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36" y="11"/>
                    <a:pt x="136" y="11"/>
                    <a:pt x="136" y="11"/>
                  </a:cubicBezTo>
                  <a:lnTo>
                    <a:pt x="136" y="17"/>
                  </a:lnTo>
                  <a:close/>
                  <a:moveTo>
                    <a:pt x="145" y="30"/>
                  </a:moveTo>
                  <a:cubicBezTo>
                    <a:pt x="146" y="32"/>
                    <a:pt x="146" y="33"/>
                    <a:pt x="146" y="34"/>
                  </a:cubicBezTo>
                  <a:cubicBezTo>
                    <a:pt x="147" y="37"/>
                    <a:pt x="149" y="39"/>
                    <a:pt x="152" y="40"/>
                  </a:cubicBezTo>
                  <a:cubicBezTo>
                    <a:pt x="154" y="41"/>
                    <a:pt x="155" y="41"/>
                    <a:pt x="158" y="41"/>
                  </a:cubicBezTo>
                  <a:cubicBezTo>
                    <a:pt x="160" y="41"/>
                    <a:pt x="163" y="41"/>
                    <a:pt x="166" y="40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5" y="45"/>
                    <a:pt x="162" y="46"/>
                    <a:pt x="157" y="46"/>
                  </a:cubicBezTo>
                  <a:cubicBezTo>
                    <a:pt x="156" y="46"/>
                    <a:pt x="152" y="46"/>
                    <a:pt x="148" y="44"/>
                  </a:cubicBezTo>
                  <a:cubicBezTo>
                    <a:pt x="144" y="43"/>
                    <a:pt x="139" y="38"/>
                    <a:pt x="139" y="28"/>
                  </a:cubicBezTo>
                  <a:cubicBezTo>
                    <a:pt x="139" y="27"/>
                    <a:pt x="139" y="24"/>
                    <a:pt x="140" y="20"/>
                  </a:cubicBezTo>
                  <a:cubicBezTo>
                    <a:pt x="141" y="17"/>
                    <a:pt x="145" y="11"/>
                    <a:pt x="154" y="11"/>
                  </a:cubicBezTo>
                  <a:cubicBezTo>
                    <a:pt x="163" y="11"/>
                    <a:pt x="168" y="17"/>
                    <a:pt x="168" y="25"/>
                  </a:cubicBezTo>
                  <a:cubicBezTo>
                    <a:pt x="168" y="27"/>
                    <a:pt x="168" y="28"/>
                    <a:pt x="168" y="30"/>
                  </a:cubicBezTo>
                  <a:lnTo>
                    <a:pt x="145" y="30"/>
                  </a:lnTo>
                  <a:close/>
                  <a:moveTo>
                    <a:pt x="162" y="26"/>
                  </a:moveTo>
                  <a:cubicBezTo>
                    <a:pt x="162" y="25"/>
                    <a:pt x="162" y="22"/>
                    <a:pt x="161" y="20"/>
                  </a:cubicBezTo>
                  <a:cubicBezTo>
                    <a:pt x="160" y="19"/>
                    <a:pt x="158" y="16"/>
                    <a:pt x="154" y="16"/>
                  </a:cubicBezTo>
                  <a:cubicBezTo>
                    <a:pt x="152" y="16"/>
                    <a:pt x="150" y="16"/>
                    <a:pt x="149" y="17"/>
                  </a:cubicBezTo>
                  <a:cubicBezTo>
                    <a:pt x="146" y="20"/>
                    <a:pt x="145" y="25"/>
                    <a:pt x="145" y="26"/>
                  </a:cubicBezTo>
                  <a:lnTo>
                    <a:pt x="162" y="26"/>
                  </a:lnTo>
                  <a:close/>
                  <a:moveTo>
                    <a:pt x="182" y="1"/>
                  </a:moveTo>
                  <a:cubicBezTo>
                    <a:pt x="182" y="46"/>
                    <a:pt x="182" y="46"/>
                    <a:pt x="182" y="46"/>
                  </a:cubicBezTo>
                  <a:cubicBezTo>
                    <a:pt x="175" y="46"/>
                    <a:pt x="175" y="46"/>
                    <a:pt x="175" y="46"/>
                  </a:cubicBezTo>
                  <a:cubicBezTo>
                    <a:pt x="175" y="1"/>
                    <a:pt x="175" y="1"/>
                    <a:pt x="175" y="1"/>
                  </a:cubicBezTo>
                  <a:lnTo>
                    <a:pt x="182" y="1"/>
                  </a:lnTo>
                  <a:close/>
                  <a:moveTo>
                    <a:pt x="29" y="46"/>
                  </a:moveTo>
                  <a:cubicBezTo>
                    <a:pt x="26" y="37"/>
                    <a:pt x="26" y="37"/>
                    <a:pt x="26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9" y="46"/>
                  </a:lnTo>
                  <a:close/>
                  <a:moveTo>
                    <a:pt x="18" y="7"/>
                  </a:moveTo>
                  <a:cubicBezTo>
                    <a:pt x="11" y="31"/>
                    <a:pt x="11" y="31"/>
                    <a:pt x="11" y="31"/>
                  </a:cubicBezTo>
                  <a:cubicBezTo>
                    <a:pt x="25" y="31"/>
                    <a:pt x="25" y="31"/>
                    <a:pt x="25" y="31"/>
                  </a:cubicBezTo>
                  <a:lnTo>
                    <a:pt x="1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8" name="Oval 16"/>
            <p:cNvSpPr>
              <a:spLocks noChangeArrowheads="1"/>
            </p:cNvSpPr>
            <p:nvPr userDrawn="1"/>
          </p:nvSpPr>
          <p:spPr bwMode="auto">
            <a:xfrm>
              <a:off x="6305621" y="4267200"/>
              <a:ext cx="1269929" cy="1271588"/>
            </a:xfrm>
            <a:prstGeom prst="ellipse">
              <a:avLst/>
            </a:prstGeom>
            <a:solidFill>
              <a:srgbClr val="6B489D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9" name="Freeform 17"/>
            <p:cNvSpPr>
              <a:spLocks/>
            </p:cNvSpPr>
            <p:nvPr userDrawn="1"/>
          </p:nvSpPr>
          <p:spPr bwMode="auto">
            <a:xfrm>
              <a:off x="6472717" y="4417783"/>
              <a:ext cx="776993" cy="953691"/>
            </a:xfrm>
            <a:custGeom>
              <a:avLst/>
              <a:gdLst>
                <a:gd name="T0" fmla="*/ 50 w 69"/>
                <a:gd name="T1" fmla="*/ 80 h 84"/>
                <a:gd name="T2" fmla="*/ 33 w 69"/>
                <a:gd name="T3" fmla="*/ 74 h 84"/>
                <a:gd name="T4" fmla="*/ 39 w 69"/>
                <a:gd name="T5" fmla="*/ 36 h 84"/>
                <a:gd name="T6" fmla="*/ 47 w 69"/>
                <a:gd name="T7" fmla="*/ 8 h 84"/>
                <a:gd name="T8" fmla="*/ 21 w 69"/>
                <a:gd name="T9" fmla="*/ 38 h 84"/>
                <a:gd name="T10" fmla="*/ 38 w 69"/>
                <a:gd name="T11" fmla="*/ 28 h 84"/>
                <a:gd name="T12" fmla="*/ 36 w 69"/>
                <a:gd name="T13" fmla="*/ 33 h 84"/>
                <a:gd name="T14" fmla="*/ 10 w 69"/>
                <a:gd name="T15" fmla="*/ 58 h 84"/>
                <a:gd name="T16" fmla="*/ 6 w 69"/>
                <a:gd name="T17" fmla="*/ 59 h 84"/>
                <a:gd name="T18" fmla="*/ 0 w 69"/>
                <a:gd name="T19" fmla="*/ 55 h 84"/>
                <a:gd name="T20" fmla="*/ 33 w 69"/>
                <a:gd name="T21" fmla="*/ 9 h 84"/>
                <a:gd name="T22" fmla="*/ 50 w 69"/>
                <a:gd name="T23" fmla="*/ 2 h 84"/>
                <a:gd name="T24" fmla="*/ 52 w 69"/>
                <a:gd name="T25" fmla="*/ 21 h 84"/>
                <a:gd name="T26" fmla="*/ 43 w 69"/>
                <a:gd name="T27" fmla="*/ 68 h 84"/>
                <a:gd name="T28" fmla="*/ 51 w 69"/>
                <a:gd name="T29" fmla="*/ 71 h 84"/>
                <a:gd name="T30" fmla="*/ 67 w 69"/>
                <a:gd name="T31" fmla="*/ 59 h 84"/>
                <a:gd name="T32" fmla="*/ 67 w 69"/>
                <a:gd name="T33" fmla="*/ 59 h 84"/>
                <a:gd name="T34" fmla="*/ 69 w 69"/>
                <a:gd name="T35" fmla="*/ 63 h 84"/>
                <a:gd name="T36" fmla="*/ 50 w 69"/>
                <a:gd name="T37" fmla="*/ 8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" h="84">
                  <a:moveTo>
                    <a:pt x="50" y="80"/>
                  </a:moveTo>
                  <a:cubicBezTo>
                    <a:pt x="40" y="84"/>
                    <a:pt x="34" y="82"/>
                    <a:pt x="33" y="74"/>
                  </a:cubicBezTo>
                  <a:cubicBezTo>
                    <a:pt x="32" y="65"/>
                    <a:pt x="35" y="53"/>
                    <a:pt x="39" y="36"/>
                  </a:cubicBezTo>
                  <a:cubicBezTo>
                    <a:pt x="43" y="22"/>
                    <a:pt x="48" y="8"/>
                    <a:pt x="47" y="8"/>
                  </a:cubicBezTo>
                  <a:cubicBezTo>
                    <a:pt x="44" y="7"/>
                    <a:pt x="31" y="21"/>
                    <a:pt x="21" y="38"/>
                  </a:cubicBezTo>
                  <a:cubicBezTo>
                    <a:pt x="21" y="38"/>
                    <a:pt x="29" y="32"/>
                    <a:pt x="38" y="28"/>
                  </a:cubicBezTo>
                  <a:cubicBezTo>
                    <a:pt x="37" y="30"/>
                    <a:pt x="37" y="32"/>
                    <a:pt x="36" y="33"/>
                  </a:cubicBezTo>
                  <a:cubicBezTo>
                    <a:pt x="25" y="40"/>
                    <a:pt x="16" y="49"/>
                    <a:pt x="10" y="58"/>
                  </a:cubicBezTo>
                  <a:cubicBezTo>
                    <a:pt x="9" y="60"/>
                    <a:pt x="7" y="61"/>
                    <a:pt x="6" y="59"/>
                  </a:cubicBezTo>
                  <a:cubicBezTo>
                    <a:pt x="4" y="58"/>
                    <a:pt x="2" y="57"/>
                    <a:pt x="0" y="55"/>
                  </a:cubicBezTo>
                  <a:cubicBezTo>
                    <a:pt x="8" y="39"/>
                    <a:pt x="23" y="18"/>
                    <a:pt x="33" y="9"/>
                  </a:cubicBezTo>
                  <a:cubicBezTo>
                    <a:pt x="41" y="1"/>
                    <a:pt x="45" y="0"/>
                    <a:pt x="50" y="2"/>
                  </a:cubicBezTo>
                  <a:cubicBezTo>
                    <a:pt x="57" y="4"/>
                    <a:pt x="56" y="7"/>
                    <a:pt x="52" y="21"/>
                  </a:cubicBezTo>
                  <a:cubicBezTo>
                    <a:pt x="48" y="38"/>
                    <a:pt x="43" y="57"/>
                    <a:pt x="43" y="68"/>
                  </a:cubicBezTo>
                  <a:cubicBezTo>
                    <a:pt x="44" y="73"/>
                    <a:pt x="46" y="73"/>
                    <a:pt x="51" y="71"/>
                  </a:cubicBezTo>
                  <a:cubicBezTo>
                    <a:pt x="55" y="69"/>
                    <a:pt x="61" y="65"/>
                    <a:pt x="67" y="59"/>
                  </a:cubicBezTo>
                  <a:cubicBezTo>
                    <a:pt x="67" y="59"/>
                    <a:pt x="67" y="59"/>
                    <a:pt x="67" y="59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4" y="71"/>
                    <a:pt x="57" y="77"/>
                    <a:pt x="5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  <p:sp>
          <p:nvSpPr>
            <p:cNvPr id="10" name="Freeform 18"/>
            <p:cNvSpPr>
              <a:spLocks/>
            </p:cNvSpPr>
            <p:nvPr userDrawn="1"/>
          </p:nvSpPr>
          <p:spPr bwMode="auto">
            <a:xfrm>
              <a:off x="7090972" y="4668754"/>
              <a:ext cx="325834" cy="393191"/>
            </a:xfrm>
            <a:custGeom>
              <a:avLst/>
              <a:gdLst>
                <a:gd name="T0" fmla="*/ 17 w 29"/>
                <a:gd name="T1" fmla="*/ 35 h 35"/>
                <a:gd name="T2" fmla="*/ 17 w 29"/>
                <a:gd name="T3" fmla="*/ 35 h 35"/>
                <a:gd name="T4" fmla="*/ 15 w 29"/>
                <a:gd name="T5" fmla="*/ 32 h 35"/>
                <a:gd name="T6" fmla="*/ 18 w 29"/>
                <a:gd name="T7" fmla="*/ 9 h 35"/>
                <a:gd name="T8" fmla="*/ 0 w 29"/>
                <a:gd name="T9" fmla="*/ 3 h 35"/>
                <a:gd name="T10" fmla="*/ 1 w 29"/>
                <a:gd name="T11" fmla="*/ 1 h 35"/>
                <a:gd name="T12" fmla="*/ 9 w 29"/>
                <a:gd name="T13" fmla="*/ 1 h 35"/>
                <a:gd name="T14" fmla="*/ 17 w 29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35">
                  <a:moveTo>
                    <a:pt x="17" y="35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20" y="24"/>
                    <a:pt x="22" y="15"/>
                    <a:pt x="18" y="9"/>
                  </a:cubicBezTo>
                  <a:cubicBezTo>
                    <a:pt x="14" y="2"/>
                    <a:pt x="7" y="1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4" y="0"/>
                    <a:pt x="6" y="0"/>
                    <a:pt x="9" y="1"/>
                  </a:cubicBezTo>
                  <a:cubicBezTo>
                    <a:pt x="16" y="2"/>
                    <a:pt x="29" y="11"/>
                    <a:pt x="17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/>
            <a:lstStyle/>
            <a:p>
              <a:pPr defTabSz="914400">
                <a:spcBef>
                  <a:spcPct val="50000"/>
                </a:spcBef>
                <a:defRPr/>
              </a:pPr>
              <a:endParaRPr lang="en-US" dirty="0">
                <a:solidFill>
                  <a:srgbClr val="124191"/>
                </a:solidFill>
                <a:latin typeface="Nokia Pure Text Light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0B45E065-E751-473C-8384-3E75C887C7E8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pic>
        <p:nvPicPr>
          <p:cNvPr id="12" name="Picture 12" descr="tag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10188" y="4727575"/>
            <a:ext cx="187642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7594600" y="4776788"/>
            <a:ext cx="0" cy="204787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6113463" y="4708525"/>
            <a:ext cx="1322387" cy="347663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accent2"/>
            </a:solidFill>
            <a:prstDash val="sysDash"/>
          </a:ln>
        </p:spPr>
        <p:txBody>
          <a:bodyPr lIns="69677" tIns="34839" rIns="69677" bIns="34839" anchor="ctr">
            <a:spAutoFit/>
          </a:bodyPr>
          <a:lstStyle/>
          <a:p>
            <a:pPr algn="ctr" defTabSz="914400">
              <a:spcBef>
                <a:spcPts val="0"/>
              </a:spcBef>
              <a:defRPr/>
            </a:pPr>
            <a:endParaRPr lang="en-US">
              <a:solidFill>
                <a:srgbClr val="124191"/>
              </a:solidFill>
              <a:latin typeface="Trebuchet MS"/>
              <a:ea typeface="+mn-ea"/>
              <a:cs typeface="Trebuchet MS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113463" y="4767263"/>
            <a:ext cx="1322387" cy="246062"/>
          </a:xfrm>
          <a:prstGeom prst="rect">
            <a:avLst/>
          </a:prstGeom>
          <a:noFill/>
        </p:spPr>
        <p:txBody>
          <a:bodyPr lIns="69677" tIns="34839" rIns="69677" bIns="34839">
            <a:spAutoFit/>
          </a:bodyPr>
          <a:lstStyle/>
          <a:p>
            <a:pPr algn="ctr" defTabSz="914400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700">
                <a:solidFill>
                  <a:srgbClr val="124191"/>
                </a:solidFill>
                <a:latin typeface="Trebuchet MS"/>
                <a:ea typeface="+mn-ea"/>
                <a:cs typeface="Trebuchet MS"/>
              </a:rPr>
              <a:t>Insert co-brand company logo here on master – delete box</a:t>
            </a:r>
          </a:p>
        </p:txBody>
      </p:sp>
      <p:sp>
        <p:nvSpPr>
          <p:cNvPr id="16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598716BC-2062-410D-881D-6B96399A176B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67" y="3099398"/>
            <a:ext cx="8716596" cy="860369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 lang="en-US" b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172387" y="3969234"/>
            <a:ext cx="8731250" cy="441252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lIns="69677" tIns="34839" rIns="69677" bIns="34839"/>
          <a:lstStyle>
            <a:lvl1pPr marL="0" indent="0">
              <a:buFontTx/>
              <a:buNone/>
              <a:defRPr lang="en-US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ChangeArrowheads="1"/>
          </p:cNvSpPr>
          <p:nvPr userDrawn="1"/>
        </p:nvSpPr>
        <p:spPr bwMode="auto">
          <a:xfrm>
            <a:off x="185738" y="4867275"/>
            <a:ext cx="348773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668" tIns="34835" rIns="69668" bIns="34835"/>
          <a:lstStyle/>
          <a:p>
            <a:pPr defTabSz="914400">
              <a:spcBef>
                <a:spcPct val="50000"/>
              </a:spcBef>
              <a:defRPr/>
            </a:pPr>
            <a:r>
              <a:rPr lang="en-US" sz="500" dirty="0">
                <a:solidFill>
                  <a:srgbClr val="FFFFFF">
                    <a:lumMod val="50000"/>
                  </a:srgbClr>
                </a:solidFill>
                <a:latin typeface="Trebuchet MS" pitchFamily="34" charset="0"/>
                <a:ea typeface="+mn-ea"/>
                <a:cs typeface="Arial" pitchFamily="34" charset="0"/>
              </a:rPr>
              <a:t>COPYRIGHT © 2015 ALCATEL-LUCENT. ALL RIGHTS RESERVED.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08513"/>
            <a:ext cx="9144000" cy="0"/>
          </a:xfrm>
          <a:prstGeom prst="line">
            <a:avLst/>
          </a:prstGeom>
          <a:ln w="6350" cmpd="sng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2"/>
          <p:cNvSpPr txBox="1">
            <a:spLocks/>
          </p:cNvSpPr>
          <p:nvPr userDrawn="1"/>
        </p:nvSpPr>
        <p:spPr>
          <a:xfrm>
            <a:off x="179388" y="4727575"/>
            <a:ext cx="371475" cy="179388"/>
          </a:xfrm>
          <a:prstGeom prst="rect">
            <a:avLst/>
          </a:prstGeom>
        </p:spPr>
        <p:txBody>
          <a:bodyPr lIns="69677" tIns="34839" rIns="69677" bIns="34839" anchor="b"/>
          <a:lstStyle>
            <a:defPPr>
              <a:defRPr lang="en-GB"/>
            </a:defPPr>
            <a:lvl1pPr>
              <a:defRPr sz="800">
                <a:solidFill>
                  <a:schemeClr val="bg1">
                    <a:lumMod val="50000"/>
                  </a:schemeClr>
                </a:solidFill>
                <a:latin typeface="Tahoma" pitchFamily="34" charset="0"/>
              </a:defRPr>
            </a:lvl1pPr>
          </a:lstStyle>
          <a:p>
            <a:pPr defTabSz="914400">
              <a:defRPr/>
            </a:pPr>
            <a:fld id="{1FBCDF56-F61E-43AE-B0A5-2E0EF78FCE2A}" type="slidenum">
              <a:rPr lang="en-US" sz="600" smtClean="0">
                <a:solidFill>
                  <a:srgbClr val="124191"/>
                </a:solidFill>
                <a:latin typeface="Trebuchet MS" pitchFamily="34" charset="0"/>
                <a:ea typeface="+mn-ea"/>
                <a:cs typeface="Arial" pitchFamily="34" charset="0"/>
              </a:rPr>
              <a:pPr defTabSz="914400">
                <a:defRPr/>
              </a:pPr>
              <a:t>‹#›</a:t>
            </a:fld>
            <a:endParaRPr lang="en-US" sz="600" dirty="0">
              <a:solidFill>
                <a:srgbClr val="124191"/>
              </a:solidFill>
              <a:latin typeface="Trebuchet MS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86582" y="977504"/>
            <a:ext cx="8690952" cy="2908697"/>
          </a:xfrm>
          <a:noFill/>
          <a:ln w="9525">
            <a:noFill/>
            <a:miter lim="800000"/>
            <a:headEnd/>
            <a:tailEnd/>
          </a:ln>
        </p:spPr>
        <p:txBody>
          <a:bodyPr rtlCol="0">
            <a:noAutofit/>
          </a:bodyPr>
          <a:lstStyle>
            <a:lvl1pPr marL="391937" indent="-391937" algn="l" defTabSz="696777" rtl="0" eaLnBrk="1" fontAlgn="base" latinLnBrk="0" hangingPunct="1">
              <a:spcAft>
                <a:spcPts val="457"/>
              </a:spcAft>
              <a:buClr>
                <a:srgbClr val="404040"/>
              </a:buClr>
              <a:buFont typeface="+mj-lt"/>
              <a:buAutoNum type="arabicPeriod"/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1pPr>
            <a:lvl2pPr marL="477825" indent="-129437" algn="l" defTabSz="696777" rtl="0" eaLnBrk="1" fontAlgn="base" latinLnBrk="0" hangingPunct="1">
              <a:spcAft>
                <a:spcPts val="457"/>
              </a:spcAft>
              <a:buFont typeface="+mj-lt"/>
              <a:buNone/>
              <a:defRPr lang="en-US" sz="1500" kern="1200" dirty="0" smtClean="0">
                <a:solidFill>
                  <a:schemeClr val="bg1">
                    <a:lumMod val="50000"/>
                  </a:schemeClr>
                </a:solidFill>
                <a:latin typeface="Trebuchet MS" pitchFamily="34" charset="0"/>
                <a:ea typeface="+mn-ea"/>
                <a:cs typeface="+mn-cs"/>
              </a:defRPr>
            </a:lvl2pPr>
            <a:lvl3pPr marL="348389" algn="l" defTabSz="696777" rtl="0" eaLnBrk="1" fontAlgn="base" latinLnBrk="0" hangingPunct="1">
              <a:spcAft>
                <a:spcPts val="457"/>
              </a:spcAft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348389" algn="l" defTabSz="696777" rtl="0" eaLnBrk="1" fontAlgn="base" latinLnBrk="0" hangingPunct="1">
              <a:spcAft>
                <a:spcPts val="457"/>
              </a:spcAft>
              <a:defRPr lang="en-US" sz="21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8389" algn="l" defTabSz="696777" rtl="0" eaLnBrk="1" fontAlgn="base" latinLnBrk="0" hangingPunct="1">
              <a:spcAft>
                <a:spcPts val="457"/>
              </a:spcAft>
              <a:defRPr lang="en-US" sz="2100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7.png"/><Relationship Id="rId4" Type="http://schemas.openxmlformats.org/officeDocument/2006/relationships/slideLayout" Target="../slideLayouts/slideLayout30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image" Target="../media/image13.png"/><Relationship Id="rId5" Type="http://schemas.openxmlformats.org/officeDocument/2006/relationships/slideLayout" Target="../slideLayouts/slideLayout60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9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9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9"/>
          <p:cNvSpPr>
            <a:spLocks noChangeShapeType="1"/>
          </p:cNvSpPr>
          <p:nvPr/>
        </p:nvSpPr>
        <p:spPr bwMode="auto">
          <a:xfrm flipV="1">
            <a:off x="-179388" y="593725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+mj-lt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 flipV="1">
            <a:off x="-179388" y="491490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37" name="Line 9"/>
          <p:cNvSpPr>
            <a:spLocks noChangeShapeType="1"/>
          </p:cNvSpPr>
          <p:nvPr/>
        </p:nvSpPr>
        <p:spPr bwMode="auto">
          <a:xfrm flipV="1">
            <a:off x="-179388" y="846138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38" name="Line 10"/>
          <p:cNvSpPr>
            <a:spLocks noChangeShapeType="1"/>
          </p:cNvSpPr>
          <p:nvPr/>
        </p:nvSpPr>
        <p:spPr bwMode="auto">
          <a:xfrm flipH="1">
            <a:off x="-179388" y="109220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39" name="Line 12"/>
          <p:cNvSpPr>
            <a:spLocks noChangeShapeType="1"/>
          </p:cNvSpPr>
          <p:nvPr/>
        </p:nvSpPr>
        <p:spPr bwMode="auto">
          <a:xfrm flipV="1">
            <a:off x="-179388" y="4665663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40" name="Line 13"/>
          <p:cNvSpPr>
            <a:spLocks noChangeShapeType="1"/>
          </p:cNvSpPr>
          <p:nvPr/>
        </p:nvSpPr>
        <p:spPr bwMode="auto">
          <a:xfrm flipH="1" flipV="1">
            <a:off x="-179388" y="440055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41" name="Line 14"/>
          <p:cNvSpPr>
            <a:spLocks noChangeShapeType="1"/>
          </p:cNvSpPr>
          <p:nvPr/>
        </p:nvSpPr>
        <p:spPr bwMode="auto">
          <a:xfrm>
            <a:off x="-179388" y="280988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42" name="Line 15"/>
          <p:cNvSpPr>
            <a:spLocks noChangeShapeType="1"/>
          </p:cNvSpPr>
          <p:nvPr/>
        </p:nvSpPr>
        <p:spPr bwMode="auto">
          <a:xfrm flipH="1">
            <a:off x="417513" y="-147638"/>
            <a:ext cx="0" cy="5508626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043" name="Line 17"/>
          <p:cNvSpPr>
            <a:spLocks noChangeShapeType="1"/>
          </p:cNvSpPr>
          <p:nvPr/>
        </p:nvSpPr>
        <p:spPr bwMode="auto">
          <a:xfrm>
            <a:off x="8656638" y="-147638"/>
            <a:ext cx="0" cy="5508626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79400"/>
            <a:ext cx="82296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9025"/>
            <a:ext cx="8229600" cy="330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0" y="-352425"/>
            <a:ext cx="9144000" cy="23336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 defTabSz="762000" eaLnBrk="0" hangingPunct="0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defRPr/>
            </a:pPr>
            <a:r>
              <a:rPr lang="en-US" sz="1000" dirty="0">
                <a:solidFill>
                  <a:schemeClr val="tx2"/>
                </a:solidFill>
                <a:latin typeface="+mn-lt"/>
                <a:cs typeface="+mn-cs"/>
              </a:rPr>
              <a:t>To change the document information in the footer, press [Alt + F8] and use the “FORM“</a:t>
            </a:r>
          </a:p>
        </p:txBody>
      </p:sp>
      <p:sp>
        <p:nvSpPr>
          <p:cNvPr id="41" name="AutoShape 57"/>
          <p:cNvSpPr>
            <a:spLocks noChangeArrowheads="1"/>
          </p:cNvSpPr>
          <p:nvPr/>
        </p:nvSpPr>
        <p:spPr bwMode="auto">
          <a:xfrm>
            <a:off x="147478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18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65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145</a:t>
            </a:r>
          </a:p>
        </p:txBody>
      </p:sp>
      <p:sp>
        <p:nvSpPr>
          <p:cNvPr id="43" name="AutoShape 58"/>
          <p:cNvSpPr>
            <a:spLocks noChangeArrowheads="1"/>
          </p:cNvSpPr>
          <p:nvPr/>
        </p:nvSpPr>
        <p:spPr bwMode="auto">
          <a:xfrm>
            <a:off x="1835150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0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201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255</a:t>
            </a:r>
          </a:p>
        </p:txBody>
      </p:sp>
      <p:sp>
        <p:nvSpPr>
          <p:cNvPr id="44" name="AutoShape 59"/>
          <p:cNvSpPr>
            <a:spLocks noChangeArrowheads="1"/>
          </p:cNvSpPr>
          <p:nvPr/>
        </p:nvSpPr>
        <p:spPr bwMode="auto">
          <a:xfrm>
            <a:off x="2195513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  <a:effectLst/>
        </p:spPr>
        <p:txBody>
          <a:bodyPr lIns="18000" tIns="252000" rIns="18000" bIns="0"/>
          <a:lstStyle/>
          <a:p>
            <a:pPr defTabSz="604647" eaLnBrk="0" fontAlgn="auto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104</a:t>
            </a:r>
            <a:b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113</a:t>
            </a:r>
            <a:b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122</a:t>
            </a:r>
          </a:p>
        </p:txBody>
      </p:sp>
      <p:sp>
        <p:nvSpPr>
          <p:cNvPr id="45" name="AutoShape 64"/>
          <p:cNvSpPr>
            <a:spLocks noChangeArrowheads="1"/>
          </p:cNvSpPr>
          <p:nvPr/>
        </p:nvSpPr>
        <p:spPr bwMode="auto">
          <a:xfrm>
            <a:off x="291623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216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217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218</a:t>
            </a:r>
          </a:p>
        </p:txBody>
      </p:sp>
      <p:sp>
        <p:nvSpPr>
          <p:cNvPr id="46" name="AutoShape 65"/>
          <p:cNvSpPr>
            <a:spLocks noChangeArrowheads="1"/>
          </p:cNvSpPr>
          <p:nvPr/>
        </p:nvSpPr>
        <p:spPr bwMode="auto">
          <a:xfrm>
            <a:off x="2555875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168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187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192</a:t>
            </a:r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647700" y="5208588"/>
            <a:ext cx="792163" cy="1349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8000" tIns="0" rIns="36000" bIns="0" anchor="ctr"/>
          <a:lstStyle/>
          <a:p>
            <a:pPr algn="r"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and </a:t>
            </a: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background</a:t>
            </a:r>
            <a:r>
              <a:rPr lang="en-GB" sz="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colors:</a:t>
            </a:r>
          </a:p>
        </p:txBody>
      </p:sp>
      <p:sp>
        <p:nvSpPr>
          <p:cNvPr id="48" name="AutoShape 57"/>
          <p:cNvSpPr>
            <a:spLocks noChangeArrowheads="1"/>
          </p:cNvSpPr>
          <p:nvPr/>
        </p:nvSpPr>
        <p:spPr bwMode="auto">
          <a:xfrm>
            <a:off x="147478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US" sz="5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9" name="AutoShape 58"/>
          <p:cNvSpPr>
            <a:spLocks noChangeArrowheads="1"/>
          </p:cNvSpPr>
          <p:nvPr/>
        </p:nvSpPr>
        <p:spPr bwMode="auto">
          <a:xfrm>
            <a:off x="1835150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US" sz="5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0" name="AutoShape 59"/>
          <p:cNvSpPr>
            <a:spLocks noChangeArrowheads="1"/>
          </p:cNvSpPr>
          <p:nvPr/>
        </p:nvSpPr>
        <p:spPr bwMode="auto">
          <a:xfrm>
            <a:off x="2195513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lIns="18000" tIns="252000" rIns="18000" bIns="0"/>
          <a:lstStyle/>
          <a:p>
            <a:pPr defTabSz="604647" eaLnBrk="0" fontAlgn="auto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US" sz="500" b="1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Rectangle 68"/>
          <p:cNvSpPr>
            <a:spLocks noChangeArrowheads="1"/>
          </p:cNvSpPr>
          <p:nvPr/>
        </p:nvSpPr>
        <p:spPr bwMode="auto">
          <a:xfrm>
            <a:off x="647700" y="5208588"/>
            <a:ext cx="792163" cy="1349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8000" tIns="0" rIns="36000" bIns="0" anchor="ctr"/>
          <a:lstStyle/>
          <a:p>
            <a:pPr algn="r"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GB" sz="5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001135"/>
                </a:solidFill>
                <a:latin typeface="Nokia Pure Text"/>
                <a:ea typeface="Nokia Pure Text Light" panose="020B0403020202020204" pitchFamily="34" charset="0"/>
                <a:cs typeface="Arial" charset="0"/>
              </a:rPr>
              <a:t>© 2017 Nokia</a:t>
            </a:r>
          </a:p>
        </p:txBody>
      </p:sp>
      <p:sp>
        <p:nvSpPr>
          <p:cNvPr id="29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1245D3D-131A-47D1-B100-B33219007AD2}" type="slidenum">
              <a:rPr lang="en-GB" sz="800" smtClean="0">
                <a:solidFill>
                  <a:srgbClr val="001135"/>
                </a:solidFill>
                <a:latin typeface="Nokia Pure Text"/>
                <a:ea typeface="Nokia Pure Text Light" panose="020B0403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dirty="0">
              <a:solidFill>
                <a:srgbClr val="001135"/>
              </a:solidFill>
              <a:latin typeface="Nokia Pure Text"/>
              <a:ea typeface="Nokia Pure Text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ooter Placeholder 27"/>
          <p:cNvSpPr txBox="1">
            <a:spLocks/>
          </p:cNvSpPr>
          <p:nvPr userDrawn="1"/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GB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2"/>
                </a:solidFill>
                <a:latin typeface="+mn-lt"/>
                <a:ea typeface="ヒラギノ角ゴ Pro W3"/>
                <a:cs typeface="ヒラギノ角ゴ Pro W3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9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001135"/>
                </a:solidFill>
                <a:latin typeface="Nokia Pure Text"/>
                <a:ea typeface="+mn-ea"/>
                <a:cs typeface="Arial" panose="020B0604020202020204" pitchFamily="34" charset="0"/>
              </a:rPr>
              <a:t>Confidential</a:t>
            </a:r>
            <a:endParaRPr lang="en-US" dirty="0">
              <a:solidFill>
                <a:srgbClr val="001135"/>
              </a:solidFill>
              <a:latin typeface="Nokia Pure Tex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1200" cy="11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1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913" r:id="rId17"/>
  </p:sldLayoutIdLst>
  <p:hf sldNum="0"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1800" b="1" kern="1200">
          <a:solidFill>
            <a:schemeClr val="tx1"/>
          </a:solidFill>
          <a:latin typeface="+mj-lt"/>
          <a:ea typeface="ヒラギノ角ゴ Pro W3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bg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9"/>
          <p:cNvSpPr>
            <a:spLocks noChangeShapeType="1"/>
          </p:cNvSpPr>
          <p:nvPr/>
        </p:nvSpPr>
        <p:spPr bwMode="auto">
          <a:xfrm flipV="1">
            <a:off x="-179388" y="593725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 flipV="1">
            <a:off x="-179388" y="4914900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37" name="Line 9"/>
          <p:cNvSpPr>
            <a:spLocks noChangeShapeType="1"/>
          </p:cNvSpPr>
          <p:nvPr/>
        </p:nvSpPr>
        <p:spPr bwMode="auto">
          <a:xfrm flipV="1">
            <a:off x="-179388" y="846138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38" name="Line 10"/>
          <p:cNvSpPr>
            <a:spLocks noChangeShapeType="1"/>
          </p:cNvSpPr>
          <p:nvPr/>
        </p:nvSpPr>
        <p:spPr bwMode="auto">
          <a:xfrm flipH="1">
            <a:off x="-179388" y="1092200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40" name="Line 13"/>
          <p:cNvSpPr>
            <a:spLocks noChangeShapeType="1"/>
          </p:cNvSpPr>
          <p:nvPr/>
        </p:nvSpPr>
        <p:spPr bwMode="auto">
          <a:xfrm flipH="1" flipV="1">
            <a:off x="-179388" y="4400550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41" name="Line 14"/>
          <p:cNvSpPr>
            <a:spLocks noChangeShapeType="1"/>
          </p:cNvSpPr>
          <p:nvPr/>
        </p:nvSpPr>
        <p:spPr bwMode="auto">
          <a:xfrm>
            <a:off x="-179388" y="280988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42" name="Line 15"/>
          <p:cNvSpPr>
            <a:spLocks noChangeShapeType="1"/>
          </p:cNvSpPr>
          <p:nvPr/>
        </p:nvSpPr>
        <p:spPr bwMode="auto">
          <a:xfrm flipH="1">
            <a:off x="417513" y="-147638"/>
            <a:ext cx="0" cy="5508626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1043" name="Line 17"/>
          <p:cNvSpPr>
            <a:spLocks noChangeShapeType="1"/>
          </p:cNvSpPr>
          <p:nvPr/>
        </p:nvSpPr>
        <p:spPr bwMode="auto">
          <a:xfrm>
            <a:off x="8656638" y="-147638"/>
            <a:ext cx="0" cy="5508626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ln>
                <a:solidFill>
                  <a:schemeClr val="tx1"/>
                </a:solidFill>
              </a:ln>
              <a:latin typeface="Arial" pitchFamily="34" charset="0"/>
            </a:endParaRPr>
          </a:p>
        </p:txBody>
      </p:sp>
      <p:sp>
        <p:nvSpPr>
          <p:cNvPr id="6155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88000"/>
            <a:ext cx="82296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1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9025"/>
            <a:ext cx="8229600" cy="330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0" y="-352425"/>
            <a:ext cx="9144000" cy="23336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 defTabSz="762000" eaLnBrk="0" hangingPunct="0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defRPr/>
            </a:pPr>
            <a:r>
              <a:rPr lang="en-US" sz="1000" dirty="0">
                <a:solidFill>
                  <a:schemeClr val="tx2"/>
                </a:solidFill>
                <a:latin typeface="+mn-lt"/>
                <a:cs typeface="+mn-cs"/>
              </a:rPr>
              <a:t>To change the document information in the footer, press [Alt + F8] and use the “FORM“</a:t>
            </a:r>
          </a:p>
        </p:txBody>
      </p:sp>
      <p:sp>
        <p:nvSpPr>
          <p:cNvPr id="41" name="AutoShape 57"/>
          <p:cNvSpPr>
            <a:spLocks noChangeArrowheads="1"/>
          </p:cNvSpPr>
          <p:nvPr/>
        </p:nvSpPr>
        <p:spPr bwMode="auto">
          <a:xfrm>
            <a:off x="147478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18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65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145</a:t>
            </a:r>
          </a:p>
        </p:txBody>
      </p:sp>
      <p:sp>
        <p:nvSpPr>
          <p:cNvPr id="43" name="AutoShape 58"/>
          <p:cNvSpPr>
            <a:spLocks noChangeArrowheads="1"/>
          </p:cNvSpPr>
          <p:nvPr/>
        </p:nvSpPr>
        <p:spPr bwMode="auto">
          <a:xfrm>
            <a:off x="1835150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0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201 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255</a:t>
            </a:r>
          </a:p>
        </p:txBody>
      </p:sp>
      <p:sp>
        <p:nvSpPr>
          <p:cNvPr id="44" name="AutoShape 59"/>
          <p:cNvSpPr>
            <a:spLocks noChangeArrowheads="1"/>
          </p:cNvSpPr>
          <p:nvPr/>
        </p:nvSpPr>
        <p:spPr bwMode="auto">
          <a:xfrm>
            <a:off x="2195513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  <a:effectLst/>
        </p:spPr>
        <p:txBody>
          <a:bodyPr lIns="18000" tIns="252000" rIns="18000" bIns="0"/>
          <a:lstStyle/>
          <a:p>
            <a:pPr defTabSz="604647" eaLnBrk="0" fontAlgn="auto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104</a:t>
            </a:r>
            <a:b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113</a:t>
            </a:r>
            <a:b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US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122</a:t>
            </a:r>
          </a:p>
        </p:txBody>
      </p:sp>
      <p:sp>
        <p:nvSpPr>
          <p:cNvPr id="45" name="AutoShape 64"/>
          <p:cNvSpPr>
            <a:spLocks noChangeArrowheads="1"/>
          </p:cNvSpPr>
          <p:nvPr/>
        </p:nvSpPr>
        <p:spPr bwMode="auto">
          <a:xfrm>
            <a:off x="291623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216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217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218</a:t>
            </a:r>
          </a:p>
        </p:txBody>
      </p:sp>
      <p:sp>
        <p:nvSpPr>
          <p:cNvPr id="46" name="AutoShape 65"/>
          <p:cNvSpPr>
            <a:spLocks noChangeArrowheads="1"/>
          </p:cNvSpPr>
          <p:nvPr/>
        </p:nvSpPr>
        <p:spPr bwMode="auto">
          <a:xfrm>
            <a:off x="2555875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R 168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G 187</a:t>
            </a:r>
            <a:b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</a:b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B 192</a:t>
            </a:r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647700" y="5208588"/>
            <a:ext cx="792163" cy="1349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8000" tIns="0" rIns="36000" bIns="0" anchor="ctr"/>
          <a:lstStyle/>
          <a:p>
            <a:pPr algn="r"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r>
              <a:rPr lang="en-GB" sz="500" b="1" dirty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Core and background colors:</a:t>
            </a:r>
          </a:p>
        </p:txBody>
      </p:sp>
      <p:sp>
        <p:nvSpPr>
          <p:cNvPr id="48" name="AutoShape 57"/>
          <p:cNvSpPr>
            <a:spLocks noChangeArrowheads="1"/>
          </p:cNvSpPr>
          <p:nvPr/>
        </p:nvSpPr>
        <p:spPr bwMode="auto">
          <a:xfrm>
            <a:off x="147478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US" sz="5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9" name="AutoShape 58"/>
          <p:cNvSpPr>
            <a:spLocks noChangeArrowheads="1"/>
          </p:cNvSpPr>
          <p:nvPr/>
        </p:nvSpPr>
        <p:spPr bwMode="auto">
          <a:xfrm>
            <a:off x="1835150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US" sz="5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0" name="AutoShape 59"/>
          <p:cNvSpPr>
            <a:spLocks noChangeArrowheads="1"/>
          </p:cNvSpPr>
          <p:nvPr/>
        </p:nvSpPr>
        <p:spPr bwMode="auto">
          <a:xfrm>
            <a:off x="2195513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lIns="18000" tIns="252000" rIns="18000" bIns="0"/>
          <a:lstStyle/>
          <a:p>
            <a:pPr defTabSz="604647" eaLnBrk="0" fontAlgn="auto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US" sz="500" b="1" dirty="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Rectangle 68"/>
          <p:cNvSpPr>
            <a:spLocks noChangeArrowheads="1"/>
          </p:cNvSpPr>
          <p:nvPr/>
        </p:nvSpPr>
        <p:spPr bwMode="auto">
          <a:xfrm>
            <a:off x="647700" y="5208588"/>
            <a:ext cx="792163" cy="1349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8000" tIns="0" rIns="36000" bIns="0" anchor="ctr"/>
          <a:lstStyle/>
          <a:p>
            <a:pPr algn="r" defTabSz="603250" eaLnBrk="0" hangingPunct="0">
              <a:spcBef>
                <a:spcPct val="15000"/>
              </a:spcBef>
              <a:spcAft>
                <a:spcPct val="15000"/>
              </a:spcAft>
              <a:buClr>
                <a:schemeClr val="accent1"/>
              </a:buClr>
              <a:defRPr/>
            </a:pPr>
            <a:endParaRPr lang="en-GB" sz="500" b="1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FFFF"/>
                </a:solidFill>
                <a:latin typeface="Nokia Pure Text"/>
                <a:ea typeface="Nokia Pure Text Light" panose="020B0403020202020204" pitchFamily="34" charset="0"/>
                <a:cs typeface="Arial" charset="0"/>
              </a:rPr>
              <a:t>© 2017 Nokia</a:t>
            </a:r>
          </a:p>
        </p:txBody>
      </p:sp>
      <p:sp>
        <p:nvSpPr>
          <p:cNvPr id="31" name="Slide Number Placeholder 5"/>
          <p:cNvSpPr txBox="1">
            <a:spLocks/>
          </p:cNvSpPr>
          <p:nvPr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1245D3D-131A-47D1-B100-B33219007AD2}" type="slidenum">
              <a:rPr lang="en-GB" sz="800" smtClean="0">
                <a:solidFill>
                  <a:srgbClr val="FFFFFF"/>
                </a:solidFill>
                <a:latin typeface="Nokia Pure Text"/>
                <a:ea typeface="Nokia Pure Text Light" panose="020B0403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dirty="0">
              <a:solidFill>
                <a:srgbClr val="FFFFFF"/>
              </a:solidFill>
              <a:latin typeface="Nokia Pure Text"/>
              <a:ea typeface="Nokia Pure Text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ooter Placeholder 27"/>
          <p:cNvSpPr txBox="1">
            <a:spLocks/>
          </p:cNvSpPr>
          <p:nvPr/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GB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bg1"/>
                </a:solidFill>
                <a:latin typeface="+mn-lt"/>
                <a:ea typeface="ヒラギノ角ゴ Pro W3"/>
                <a:cs typeface="ヒラギノ角ゴ Pro W3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9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FFFFFF"/>
                </a:solidFill>
                <a:latin typeface="Nokia Pure Text"/>
                <a:ea typeface="+mn-ea"/>
                <a:cs typeface="Arial" panose="020B0604020202020204" pitchFamily="34" charset="0"/>
              </a:rPr>
              <a:t>Confidential</a:t>
            </a:r>
            <a:endParaRPr lang="en-US" dirty="0">
              <a:solidFill>
                <a:srgbClr val="FFFFFF"/>
              </a:solidFill>
              <a:latin typeface="Nokia Pure Tex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0379" cy="11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7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</p:sldLayoutIdLst>
  <p:hf sldNum="0"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1800" b="1" kern="1200">
          <a:solidFill>
            <a:schemeClr val="tx2"/>
          </a:solidFill>
          <a:latin typeface="+mj-lt"/>
          <a:ea typeface="ヒラギノ角ゴ Pro W3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0" fontAlgn="base" hangingPunct="0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0" fontAlgn="base" hangingPunct="0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9"/>
          <p:cNvSpPr>
            <a:spLocks noChangeShapeType="1"/>
          </p:cNvSpPr>
          <p:nvPr/>
        </p:nvSpPr>
        <p:spPr bwMode="auto">
          <a:xfrm flipV="1">
            <a:off x="-179388" y="593725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 flipV="1">
            <a:off x="-179388" y="4914900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7" name="Line 9"/>
          <p:cNvSpPr>
            <a:spLocks noChangeShapeType="1"/>
          </p:cNvSpPr>
          <p:nvPr/>
        </p:nvSpPr>
        <p:spPr bwMode="auto">
          <a:xfrm flipV="1">
            <a:off x="-179388" y="846138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8" name="Line 10"/>
          <p:cNvSpPr>
            <a:spLocks noChangeShapeType="1"/>
          </p:cNvSpPr>
          <p:nvPr/>
        </p:nvSpPr>
        <p:spPr bwMode="auto">
          <a:xfrm flipH="1">
            <a:off x="-179388" y="1092200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9" name="Line 12"/>
          <p:cNvSpPr>
            <a:spLocks noChangeShapeType="1"/>
          </p:cNvSpPr>
          <p:nvPr/>
        </p:nvSpPr>
        <p:spPr bwMode="auto">
          <a:xfrm flipV="1">
            <a:off x="-179388" y="4665663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0" name="Line 13"/>
          <p:cNvSpPr>
            <a:spLocks noChangeShapeType="1"/>
          </p:cNvSpPr>
          <p:nvPr/>
        </p:nvSpPr>
        <p:spPr bwMode="auto">
          <a:xfrm flipH="1" flipV="1">
            <a:off x="-179388" y="4400550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1" name="Line 14"/>
          <p:cNvSpPr>
            <a:spLocks noChangeShapeType="1"/>
          </p:cNvSpPr>
          <p:nvPr/>
        </p:nvSpPr>
        <p:spPr bwMode="auto">
          <a:xfrm>
            <a:off x="-179388" y="280988"/>
            <a:ext cx="9502776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2" name="Line 15"/>
          <p:cNvSpPr>
            <a:spLocks noChangeShapeType="1"/>
          </p:cNvSpPr>
          <p:nvPr/>
        </p:nvSpPr>
        <p:spPr bwMode="auto">
          <a:xfrm flipH="1">
            <a:off x="417513" y="-147638"/>
            <a:ext cx="0" cy="5508626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3" name="Line 17"/>
          <p:cNvSpPr>
            <a:spLocks noChangeShapeType="1"/>
          </p:cNvSpPr>
          <p:nvPr/>
        </p:nvSpPr>
        <p:spPr bwMode="auto">
          <a:xfrm>
            <a:off x="8656638" y="-147638"/>
            <a:ext cx="0" cy="5508626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ln>
                <a:solidFill>
                  <a:srgbClr val="124191"/>
                </a:solidFill>
              </a:ln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6155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88000"/>
            <a:ext cx="82296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1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9025"/>
            <a:ext cx="8229600" cy="330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" name="AutoShape 57"/>
          <p:cNvSpPr>
            <a:spLocks noChangeArrowheads="1"/>
          </p:cNvSpPr>
          <p:nvPr/>
        </p:nvSpPr>
        <p:spPr bwMode="auto">
          <a:xfrm>
            <a:off x="147478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R 18 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G 65 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B 145</a:t>
            </a:r>
          </a:p>
        </p:txBody>
      </p:sp>
      <p:sp>
        <p:nvSpPr>
          <p:cNvPr id="43" name="AutoShape 58"/>
          <p:cNvSpPr>
            <a:spLocks noChangeArrowheads="1"/>
          </p:cNvSpPr>
          <p:nvPr/>
        </p:nvSpPr>
        <p:spPr bwMode="auto">
          <a:xfrm>
            <a:off x="1835150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R 0 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G 201 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B 255</a:t>
            </a:r>
          </a:p>
        </p:txBody>
      </p:sp>
      <p:sp>
        <p:nvSpPr>
          <p:cNvPr id="44" name="AutoShape 59"/>
          <p:cNvSpPr>
            <a:spLocks noChangeArrowheads="1"/>
          </p:cNvSpPr>
          <p:nvPr/>
        </p:nvSpPr>
        <p:spPr bwMode="auto">
          <a:xfrm>
            <a:off x="2195513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  <a:effectLst/>
        </p:spPr>
        <p:txBody>
          <a:bodyPr lIns="18000" tIns="252000" rIns="18000" bIns="0"/>
          <a:lstStyle/>
          <a:p>
            <a:pPr defTabSz="604647" eaLnBrk="0" fontAlgn="auto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r>
              <a:rPr lang="en-US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R 104</a:t>
            </a:r>
            <a:br>
              <a:rPr lang="en-US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US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G 113</a:t>
            </a:r>
            <a:br>
              <a:rPr lang="en-US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US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B 122</a:t>
            </a:r>
          </a:p>
        </p:txBody>
      </p:sp>
      <p:sp>
        <p:nvSpPr>
          <p:cNvPr id="45" name="AutoShape 64"/>
          <p:cNvSpPr>
            <a:spLocks noChangeArrowheads="1"/>
          </p:cNvSpPr>
          <p:nvPr/>
        </p:nvSpPr>
        <p:spPr bwMode="auto">
          <a:xfrm>
            <a:off x="291623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R 216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G 217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B 218</a:t>
            </a:r>
          </a:p>
        </p:txBody>
      </p:sp>
      <p:sp>
        <p:nvSpPr>
          <p:cNvPr id="46" name="AutoShape 65"/>
          <p:cNvSpPr>
            <a:spLocks noChangeArrowheads="1"/>
          </p:cNvSpPr>
          <p:nvPr/>
        </p:nvSpPr>
        <p:spPr bwMode="auto">
          <a:xfrm>
            <a:off x="2555875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R 168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G 187</a:t>
            </a:r>
            <a:b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</a:b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B 192</a:t>
            </a:r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647700" y="5208588"/>
            <a:ext cx="792163" cy="1349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8000" tIns="0" rIns="36000" bIns="0" anchor="ctr"/>
          <a:lstStyle/>
          <a:p>
            <a:pPr algn="r"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r>
              <a:rPr lang="en-GB" sz="500" b="1" dirty="0">
                <a:solidFill>
                  <a:srgbClr val="FFFFFF"/>
                </a:solidFill>
                <a:latin typeface="Arial"/>
                <a:cs typeface="Arial" panose="020B0604020202020204" pitchFamily="34" charset="0"/>
              </a:rPr>
              <a:t>Core and background colors:</a:t>
            </a:r>
          </a:p>
        </p:txBody>
      </p:sp>
      <p:sp>
        <p:nvSpPr>
          <p:cNvPr id="48" name="AutoShape 57"/>
          <p:cNvSpPr>
            <a:spLocks noChangeArrowheads="1"/>
          </p:cNvSpPr>
          <p:nvPr/>
        </p:nvSpPr>
        <p:spPr bwMode="auto">
          <a:xfrm>
            <a:off x="1474788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endParaRPr lang="en-US" sz="500" b="1">
              <a:solidFill>
                <a:srgbClr val="FFFFFF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49" name="AutoShape 58"/>
          <p:cNvSpPr>
            <a:spLocks noChangeArrowheads="1"/>
          </p:cNvSpPr>
          <p:nvPr/>
        </p:nvSpPr>
        <p:spPr bwMode="auto">
          <a:xfrm>
            <a:off x="1835150" y="5208588"/>
            <a:ext cx="287338" cy="1349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18000" tIns="252000" rIns="18000" bIns="0"/>
          <a:lstStyle/>
          <a:p>
            <a:pPr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endParaRPr lang="en-US" sz="500" b="1">
              <a:solidFill>
                <a:srgbClr val="FFFFFF"/>
              </a:solidFill>
              <a:latin typeface="Arial"/>
              <a:cs typeface="Arial" panose="020B0604020202020204" pitchFamily="34" charset="0"/>
            </a:endParaRPr>
          </a:p>
        </p:txBody>
      </p:sp>
      <p:sp>
        <p:nvSpPr>
          <p:cNvPr id="50" name="AutoShape 59"/>
          <p:cNvSpPr>
            <a:spLocks noChangeArrowheads="1"/>
          </p:cNvSpPr>
          <p:nvPr/>
        </p:nvSpPr>
        <p:spPr bwMode="auto">
          <a:xfrm>
            <a:off x="2195513" y="5208588"/>
            <a:ext cx="287337" cy="134937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lIns="18000" tIns="252000" rIns="18000" bIns="0"/>
          <a:lstStyle/>
          <a:p>
            <a:pPr defTabSz="604647" eaLnBrk="0" fontAlgn="auto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endParaRPr lang="en-US" sz="500" b="1" dirty="0">
              <a:solidFill>
                <a:srgbClr val="FFFFFF"/>
              </a:solidFill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Rectangle 68"/>
          <p:cNvSpPr>
            <a:spLocks noChangeArrowheads="1"/>
          </p:cNvSpPr>
          <p:nvPr/>
        </p:nvSpPr>
        <p:spPr bwMode="auto">
          <a:xfrm>
            <a:off x="647700" y="5208588"/>
            <a:ext cx="792163" cy="1349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8000" tIns="0" rIns="36000" bIns="0" anchor="ctr"/>
          <a:lstStyle/>
          <a:p>
            <a:pPr algn="r" defTabSz="603250" eaLnBrk="0" hangingPunct="0">
              <a:spcBef>
                <a:spcPct val="15000"/>
              </a:spcBef>
              <a:spcAft>
                <a:spcPct val="15000"/>
              </a:spcAft>
              <a:buClr>
                <a:srgbClr val="00C9FF"/>
              </a:buClr>
              <a:defRPr/>
            </a:pPr>
            <a:endParaRPr lang="en-GB" sz="500" b="1" dirty="0">
              <a:solidFill>
                <a:srgbClr val="FFFFFF"/>
              </a:solidFill>
              <a:latin typeface="Arial"/>
              <a:cs typeface="Arial" panose="020B0604020202020204" pitchFamily="34" charset="0"/>
            </a:endParaRPr>
          </a:p>
        </p:txBody>
      </p:sp>
      <p:pic>
        <p:nvPicPr>
          <p:cNvPr id="39" name="Picture 5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7958138" y="4672013"/>
            <a:ext cx="703262" cy="11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Box 27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FFFFFF"/>
                </a:solidFill>
                <a:latin typeface="Nokia Pure Text"/>
                <a:ea typeface="Nokia Pure Text Light" panose="020B0403020202020204" pitchFamily="34" charset="0"/>
                <a:cs typeface="Arial" charset="0"/>
              </a:rPr>
              <a:t>© 2017 Nokia</a:t>
            </a:r>
          </a:p>
        </p:txBody>
      </p:sp>
      <p:sp>
        <p:nvSpPr>
          <p:cNvPr id="29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1245D3D-131A-47D1-B100-B33219007AD2}" type="slidenum">
              <a:rPr lang="en-GB" sz="800" smtClean="0">
                <a:solidFill>
                  <a:srgbClr val="FFFFFF"/>
                </a:solidFill>
                <a:latin typeface="Nokia Pure Text"/>
                <a:ea typeface="Nokia Pure Text Light" panose="020B0403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dirty="0">
              <a:solidFill>
                <a:srgbClr val="FFFFFF"/>
              </a:solidFill>
              <a:latin typeface="Nokia Pure Text"/>
              <a:ea typeface="Nokia Pure Text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ooter Placeholder 27"/>
          <p:cNvSpPr txBox="1">
            <a:spLocks/>
          </p:cNvSpPr>
          <p:nvPr userDrawn="1"/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GB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bg1"/>
                </a:solidFill>
                <a:latin typeface="+mn-lt"/>
                <a:ea typeface="ヒラギノ角ゴ Pro W3"/>
                <a:cs typeface="ヒラギノ角ゴ Pro W3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9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FFFFFF"/>
                </a:solidFill>
                <a:latin typeface="Nokia Pure Text"/>
                <a:ea typeface="+mn-ea"/>
                <a:cs typeface="Arial" panose="020B0604020202020204" pitchFamily="34" charset="0"/>
              </a:rPr>
              <a:t>Confidential</a:t>
            </a:r>
            <a:endParaRPr lang="en-US" dirty="0">
              <a:solidFill>
                <a:srgbClr val="FFFFFF"/>
              </a:solidFill>
              <a:latin typeface="Nokia Pure Tex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10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</p:sldLayoutIdLst>
  <p:hf sldNum="0"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1800" b="1" kern="1200">
          <a:solidFill>
            <a:schemeClr val="tx2"/>
          </a:solidFill>
          <a:latin typeface="+mj-lt"/>
          <a:ea typeface="ヒラギノ角ゴ Pro W3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0" fontAlgn="base" hangingPunct="0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0" fontAlgn="base" hangingPunct="0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0" fontAlgn="base" hangingPunct="0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9"/>
          <p:cNvSpPr>
            <a:spLocks noChangeShapeType="1"/>
          </p:cNvSpPr>
          <p:nvPr/>
        </p:nvSpPr>
        <p:spPr bwMode="auto">
          <a:xfrm flipV="1">
            <a:off x="-179388" y="593725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 dirty="0">
              <a:solidFill>
                <a:srgbClr val="124191"/>
              </a:solidFill>
              <a:latin typeface="Arial"/>
            </a:endParaRPr>
          </a:p>
        </p:txBody>
      </p:sp>
      <p:sp>
        <p:nvSpPr>
          <p:cNvPr id="1036" name="Line 12"/>
          <p:cNvSpPr>
            <a:spLocks noChangeShapeType="1"/>
          </p:cNvSpPr>
          <p:nvPr userDrawn="1"/>
        </p:nvSpPr>
        <p:spPr bwMode="auto">
          <a:xfrm flipV="1">
            <a:off x="-179388" y="491490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7" name="Line 9"/>
          <p:cNvSpPr>
            <a:spLocks noChangeShapeType="1"/>
          </p:cNvSpPr>
          <p:nvPr/>
        </p:nvSpPr>
        <p:spPr bwMode="auto">
          <a:xfrm flipV="1">
            <a:off x="-179388" y="846138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8" name="Line 10"/>
          <p:cNvSpPr>
            <a:spLocks noChangeShapeType="1"/>
          </p:cNvSpPr>
          <p:nvPr/>
        </p:nvSpPr>
        <p:spPr bwMode="auto">
          <a:xfrm flipH="1">
            <a:off x="-179388" y="109220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39" name="Line 12"/>
          <p:cNvSpPr>
            <a:spLocks noChangeShapeType="1"/>
          </p:cNvSpPr>
          <p:nvPr userDrawn="1"/>
        </p:nvSpPr>
        <p:spPr bwMode="auto">
          <a:xfrm flipV="1">
            <a:off x="-179388" y="4665663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0" name="Line 13"/>
          <p:cNvSpPr>
            <a:spLocks noChangeShapeType="1"/>
          </p:cNvSpPr>
          <p:nvPr userDrawn="1"/>
        </p:nvSpPr>
        <p:spPr bwMode="auto">
          <a:xfrm flipH="1" flipV="1">
            <a:off x="-179388" y="4400550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1" name="Line 14"/>
          <p:cNvSpPr>
            <a:spLocks noChangeShapeType="1"/>
          </p:cNvSpPr>
          <p:nvPr/>
        </p:nvSpPr>
        <p:spPr bwMode="auto">
          <a:xfrm>
            <a:off x="-179388" y="280988"/>
            <a:ext cx="9502776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2" name="Line 15"/>
          <p:cNvSpPr>
            <a:spLocks noChangeShapeType="1"/>
          </p:cNvSpPr>
          <p:nvPr/>
        </p:nvSpPr>
        <p:spPr bwMode="auto">
          <a:xfrm flipH="1">
            <a:off x="417513" y="-147638"/>
            <a:ext cx="0" cy="5508626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1043" name="Line 17"/>
          <p:cNvSpPr>
            <a:spLocks noChangeShapeType="1"/>
          </p:cNvSpPr>
          <p:nvPr/>
        </p:nvSpPr>
        <p:spPr bwMode="auto">
          <a:xfrm>
            <a:off x="8656638" y="-147638"/>
            <a:ext cx="0" cy="5508626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xtLst/>
        </p:spPr>
        <p:txBody>
          <a:bodyPr anchor="ctr"/>
          <a:lstStyle/>
          <a:p>
            <a:pPr>
              <a:defRPr/>
            </a:pPr>
            <a:endParaRPr lang="en-GB">
              <a:solidFill>
                <a:srgbClr val="124191"/>
              </a:solidFill>
              <a:latin typeface="Arial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79400"/>
            <a:ext cx="82296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9025"/>
            <a:ext cx="8229600" cy="330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1" name="Picture 1"/>
          <p:cNvPicPr>
            <a:picLocks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7959725" y="4672013"/>
            <a:ext cx="701675" cy="11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GB" sz="800" dirty="0">
                <a:solidFill>
                  <a:srgbClr val="001135"/>
                </a:solidFill>
                <a:latin typeface="Nokia Pure Text"/>
                <a:ea typeface="Nokia Pure Text Light" panose="020B0403020202020204" pitchFamily="34" charset="0"/>
                <a:cs typeface="Arial" charset="0"/>
              </a:rPr>
              <a:t>© 2017 Nokia</a:t>
            </a:r>
          </a:p>
        </p:txBody>
      </p:sp>
      <p:sp>
        <p:nvSpPr>
          <p:cNvPr id="19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1245D3D-131A-47D1-B100-B33219007AD2}" type="slidenum">
              <a:rPr lang="en-GB" sz="800" smtClean="0">
                <a:solidFill>
                  <a:srgbClr val="001135"/>
                </a:solidFill>
                <a:latin typeface="Nokia Pure Text"/>
                <a:ea typeface="Nokia Pure Text Light" panose="020B0403020202020204" pitchFamily="34" charset="0"/>
                <a:cs typeface="Arial" panose="020B0604020202020204" pitchFamily="34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GB" dirty="0">
              <a:solidFill>
                <a:srgbClr val="001135"/>
              </a:solidFill>
              <a:latin typeface="Nokia Pure Text"/>
              <a:ea typeface="Nokia Pure Text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ooter Placeholder 27"/>
          <p:cNvSpPr txBox="1">
            <a:spLocks/>
          </p:cNvSpPr>
          <p:nvPr userDrawn="1"/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GB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2"/>
                </a:solidFill>
                <a:latin typeface="+mn-lt"/>
                <a:ea typeface="ヒラギノ角ゴ Pro W3"/>
                <a:cs typeface="ヒラギノ角ゴ Pro W3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ヒラギノ角ゴ Pro W3"/>
                <a:cs typeface="ヒラギノ角ゴ Pro W3"/>
              </a:defRPr>
            </a:lvl9pPr>
          </a:lstStyle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001135"/>
                </a:solidFill>
                <a:latin typeface="Nokia Pure Text"/>
                <a:ea typeface="+mn-ea"/>
                <a:cs typeface="Arial" panose="020B0604020202020204" pitchFamily="34" charset="0"/>
              </a:rPr>
              <a:t>Confidential</a:t>
            </a:r>
            <a:endParaRPr lang="en-US" dirty="0">
              <a:solidFill>
                <a:srgbClr val="001135"/>
              </a:solidFill>
              <a:latin typeface="Nokia Pure Tex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</p:sldLayoutIdLst>
  <p:hf sldNum="0"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1800" b="1" kern="1200">
          <a:solidFill>
            <a:schemeClr val="tx1"/>
          </a:solidFill>
          <a:latin typeface="+mj-lt"/>
          <a:ea typeface="ヒラギノ角ゴ Pro W3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bg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bg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17600" y="280988"/>
            <a:ext cx="8308800" cy="30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rgbClr val="001135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/>
            <a:r>
              <a:rPr lang="en-GB" sz="800" dirty="0">
                <a:solidFill>
                  <a:srgbClr val="001135"/>
                </a:solidFill>
                <a:latin typeface="Nokia Pure Text Light"/>
                <a:ea typeface="+mn-ea"/>
                <a:cs typeface="Arial" charset="0"/>
              </a:rPr>
              <a:t>© 2017 Nokia</a:t>
            </a:r>
          </a:p>
        </p:txBody>
      </p:sp>
      <p:sp>
        <p:nvSpPr>
          <p:cNvPr id="3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400"/>
            <a:r>
              <a:rPr lang="en-US" dirty="0">
                <a:solidFill>
                  <a:srgbClr val="001135"/>
                </a:solidFill>
                <a:ea typeface="+mn-ea"/>
                <a:cs typeface="Arial" panose="020B0604020202020204" pitchFamily="34" charset="0"/>
              </a:rPr>
              <a:t>&lt;Change information classification in footer&gt;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1200" cy="111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</p:sldLayoutIdLst>
  <p:hf sldNum="0"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0" kern="1200">
          <a:solidFill>
            <a:schemeClr val="tx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80800"/>
            <a:ext cx="8308800" cy="3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1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0000"/>
            <a:ext cx="8308800" cy="35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/>
        </p:nvSpPr>
        <p:spPr>
          <a:xfrm>
            <a:off x="433388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rgbClr val="FFFFFF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/>
            <a:r>
              <a:rPr lang="en-GB" sz="800" dirty="0">
                <a:solidFill>
                  <a:srgbClr val="FFFFFF"/>
                </a:solidFill>
                <a:latin typeface="Nokia Pure Text Light"/>
                <a:ea typeface="+mn-ea"/>
                <a:cs typeface="Arial" charset="0"/>
              </a:rPr>
              <a:t>© 2017 Nokia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defTabSz="914400"/>
            <a:r>
              <a:rPr lang="en-US" dirty="0">
                <a:solidFill>
                  <a:srgbClr val="FFFFFF"/>
                </a:solidFill>
                <a:ea typeface="+mn-ea"/>
                <a:cs typeface="Arial" panose="020B0604020202020204" pitchFamily="34" charset="0"/>
              </a:rPr>
              <a:t>&lt;Change information classification in footer&gt;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0" kern="1200">
          <a:solidFill>
            <a:schemeClr val="bg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bg1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17600" y="280988"/>
            <a:ext cx="8308800" cy="30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rgbClr val="001135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GB" sz="800" dirty="0">
                <a:solidFill>
                  <a:srgbClr val="001135"/>
                </a:solidFill>
                <a:latin typeface="Nokia Pure Text Light"/>
                <a:ea typeface="+mn-ea"/>
                <a:cs typeface="Arial" charset="0"/>
              </a:rPr>
              <a:t>© 2017 Nokia</a:t>
            </a:r>
          </a:p>
        </p:txBody>
      </p:sp>
      <p:sp>
        <p:nvSpPr>
          <p:cNvPr id="3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rgbClr val="001135"/>
                </a:solidFill>
                <a:ea typeface="+mn-ea"/>
                <a:cs typeface="Arial" pitchFamily="34" charset="0"/>
              </a:rPr>
              <a:t>&lt;Change information classification in footer&gt;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1200" cy="11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8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</p:sldLayoutIdLst>
  <p:hf sldNum="0"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0" kern="1200">
          <a:solidFill>
            <a:schemeClr val="tx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80800"/>
            <a:ext cx="8308800" cy="3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1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0000"/>
            <a:ext cx="8308800" cy="35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/>
        </p:nvSpPr>
        <p:spPr>
          <a:xfrm>
            <a:off x="433388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rgbClr val="FFFFFF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/>
            <a:r>
              <a:rPr lang="en-GB" sz="800" dirty="0">
                <a:solidFill>
                  <a:srgbClr val="FFFFFF"/>
                </a:solidFill>
                <a:latin typeface="Nokia Pure Text Light"/>
                <a:ea typeface="+mn-ea"/>
                <a:cs typeface="Arial" charset="0"/>
              </a:rPr>
              <a:t>© 2017 Nokia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defTabSz="914400"/>
            <a:r>
              <a:rPr lang="en-US" dirty="0">
                <a:solidFill>
                  <a:srgbClr val="FFFFFF"/>
                </a:solidFill>
                <a:ea typeface="+mn-ea"/>
                <a:cs typeface="Arial" pitchFamily="34" charset="0"/>
              </a:rPr>
              <a:t>&lt;Change information classification in footer&gt;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  <p:sldLayoutId id="2147483950" r:id="rId3"/>
    <p:sldLayoutId id="2147483951" r:id="rId4"/>
    <p:sldLayoutId id="2147483952" r:id="rId5"/>
    <p:sldLayoutId id="2147483953" r:id="rId6"/>
    <p:sldLayoutId id="2147483954" r:id="rId7"/>
    <p:sldLayoutId id="2147483955" r:id="rId8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0" kern="1200">
          <a:solidFill>
            <a:schemeClr val="bg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bg1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17600" y="280988"/>
            <a:ext cx="8308800" cy="30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lide Number Placeholder 5"/>
          <p:cNvSpPr txBox="1">
            <a:spLocks/>
          </p:cNvSpPr>
          <p:nvPr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rgbClr val="001135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rgbClr val="001135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/>
            <a:r>
              <a:rPr lang="en-GB" sz="800" dirty="0">
                <a:solidFill>
                  <a:srgbClr val="001135"/>
                </a:solidFill>
                <a:latin typeface="Nokia Pure Text Light"/>
                <a:ea typeface="+mn-ea"/>
                <a:cs typeface="Arial" charset="0"/>
              </a:rPr>
              <a:t>© 2017 Nokia</a:t>
            </a:r>
          </a:p>
        </p:txBody>
      </p:sp>
      <p:sp>
        <p:nvSpPr>
          <p:cNvPr id="39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defTabSz="914400"/>
            <a:r>
              <a:rPr lang="en-US" dirty="0">
                <a:solidFill>
                  <a:srgbClr val="001135"/>
                </a:solidFill>
                <a:ea typeface="+mn-ea"/>
                <a:cs typeface="Arial" pitchFamily="34" charset="0"/>
              </a:rPr>
              <a:t>&lt;Change information classification in footer&gt;</a:t>
            </a: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200" y="4806000"/>
            <a:ext cx="691200" cy="111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</p:sldLayoutIdLst>
  <p:hf sldNum="0"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0" kern="1200">
          <a:solidFill>
            <a:schemeClr val="tx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tx2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Title Placeholder 1"/>
          <p:cNvSpPr>
            <a:spLocks noGrp="1"/>
          </p:cNvSpPr>
          <p:nvPr>
            <p:ph type="title"/>
          </p:nvPr>
        </p:nvSpPr>
        <p:spPr bwMode="auto">
          <a:xfrm>
            <a:off x="417513" y="280800"/>
            <a:ext cx="8308800" cy="3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1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17513" y="1080000"/>
            <a:ext cx="8308800" cy="35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/>
        </p:nvSpPr>
        <p:spPr>
          <a:xfrm>
            <a:off x="433388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rgbClr val="FFFFFF"/>
                </a:solidFill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914400"/>
            <a:r>
              <a:rPr lang="en-GB" sz="800" dirty="0">
                <a:solidFill>
                  <a:srgbClr val="FFFFFF"/>
                </a:solidFill>
                <a:latin typeface="Nokia Pure Text Light"/>
                <a:ea typeface="+mn-ea"/>
                <a:cs typeface="Arial" charset="0"/>
              </a:rPr>
              <a:t>© 2017 Nokia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defTabSz="914400"/>
            <a:r>
              <a:rPr lang="en-US" dirty="0">
                <a:solidFill>
                  <a:srgbClr val="FFFFFF"/>
                </a:solidFill>
                <a:ea typeface="+mn-ea"/>
                <a:cs typeface="Arial" pitchFamily="34" charset="0"/>
              </a:rPr>
              <a:t>&lt;Change information classification in footer&gt;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0" kern="1200">
          <a:solidFill>
            <a:schemeClr val="bg1"/>
          </a:solidFill>
          <a:latin typeface="+mj-lt"/>
          <a:ea typeface="Nokia Pure Headline Ultra Light" panose="020B0204020202020204" pitchFamily="34" charset="0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ヒラギノ角ゴ Pro W3" charset="0"/>
          <a:cs typeface="Arial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b="1">
          <a:solidFill>
            <a:schemeClr val="bg2"/>
          </a:solidFill>
          <a:latin typeface="Arial" charset="0"/>
          <a:ea typeface="ヒラギノ角ゴ Pro W3" charset="0"/>
        </a:defRPr>
      </a:lvl9pPr>
    </p:titleStyle>
    <p:bodyStyle>
      <a:lvl1pPr marL="230188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3200" kern="1200">
          <a:solidFill>
            <a:schemeClr val="bg1"/>
          </a:solidFill>
          <a:latin typeface="+mn-lt"/>
          <a:ea typeface="ヒラギノ角ゴ Pro W3" charset="0"/>
          <a:cs typeface="ヒラギノ角ゴ Pro W3" charset="0"/>
        </a:defRPr>
      </a:lvl1pPr>
      <a:lvl2pPr marL="458788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8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2pPr>
      <a:lvl3pPr marL="684213" indent="-225425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4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3pPr>
      <a:lvl4pPr marL="912813" indent="-228600" algn="l" defTabSz="457200" rtl="0" eaLnBrk="1" fontAlgn="base" hangingPunct="1">
        <a:spcBef>
          <a:spcPct val="0"/>
        </a:spcBef>
        <a:spcAft>
          <a:spcPts val="600"/>
        </a:spcAft>
        <a:buFont typeface="Lucida Grande"/>
        <a:buChar char="-"/>
        <a:defRPr sz="20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4pPr>
      <a:lvl5pPr marL="1143000" indent="-230188" algn="l" defTabSz="457200" rtl="0" eaLnBrk="1" fontAlgn="base" hangingPunct="1">
        <a:spcBef>
          <a:spcPct val="0"/>
        </a:spcBef>
        <a:spcAft>
          <a:spcPts val="600"/>
        </a:spcAft>
        <a:buFont typeface="Arial" charset="0"/>
        <a:buChar char="•"/>
        <a:defRPr sz="2000" kern="1200">
          <a:solidFill>
            <a:schemeClr val="bg1"/>
          </a:solidFill>
          <a:latin typeface="+mn-lt"/>
          <a:ea typeface="ヒラギノ角ゴ Pro W3" charset="0"/>
          <a:cs typeface="ヒラギノ角ゴ Pro W3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GC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17600" y="2581836"/>
            <a:ext cx="8244000" cy="1288200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19869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Heap Structure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endParaRPr lang="en-US" sz="16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1028" name="Picture 4" descr="Heap Space in Java">
            <a:extLst>
              <a:ext uri="{FF2B5EF4-FFF2-40B4-BE49-F238E27FC236}">
                <a16:creationId xmlns:a16="http://schemas.microsoft.com/office/drawing/2014/main" id="{7A536C54-0BC5-4046-AEC0-8A55C559C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83" y="668796"/>
            <a:ext cx="5649686" cy="423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C1E69B-839A-490B-8644-4377269EC8E0}"/>
              </a:ext>
            </a:extLst>
          </p:cNvPr>
          <p:cNvSpPr/>
          <p:nvPr/>
        </p:nvSpPr>
        <p:spPr>
          <a:xfrm>
            <a:off x="1537062" y="3749398"/>
            <a:ext cx="47940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 err="1">
                <a:solidFill>
                  <a:srgbClr val="242729"/>
                </a:solidFill>
                <a:latin typeface="Arial" panose="020B0604020202020204" pitchFamily="34" charset="0"/>
              </a:rPr>
              <a:t>PermGen</a:t>
            </a:r>
            <a:r>
              <a:rPr lang="en-IN" i="1" dirty="0">
                <a:solidFill>
                  <a:srgbClr val="242729"/>
                </a:solidFill>
                <a:latin typeface="Arial" panose="020B0604020202020204" pitchFamily="34" charset="0"/>
              </a:rPr>
              <a:t> has been replaced with </a:t>
            </a:r>
            <a:r>
              <a:rPr lang="en-IN" i="1" dirty="0" err="1">
                <a:solidFill>
                  <a:srgbClr val="242729"/>
                </a:solidFill>
                <a:latin typeface="Arial" panose="020B0604020202020204" pitchFamily="34" charset="0"/>
              </a:rPr>
              <a:t>Metaspace</a:t>
            </a:r>
            <a:r>
              <a:rPr lang="en-IN" i="1" dirty="0">
                <a:solidFill>
                  <a:srgbClr val="242729"/>
                </a:solidFill>
                <a:latin typeface="Arial" panose="020B0604020202020204" pitchFamily="34" charset="0"/>
              </a:rPr>
              <a:t> since Java 8 release.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84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 Overview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endParaRPr lang="en-US" sz="16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B8475-F4DC-476E-9D7F-1F00343F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19" y="747771"/>
            <a:ext cx="3852797" cy="3647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A9F2B1-B879-454A-AE3C-6B6DDBCE2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246" y="732262"/>
            <a:ext cx="2812500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B0923E-7F74-4B24-AF70-98FE4912D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924" y="2833345"/>
            <a:ext cx="27537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 GC vs Major GC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Young GC is minor GC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Minor GC is always triggered when JVM is unable to allocate space for a new Object, since the Eden is getting full.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Major GC is cleaning the Tenured/Old space.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Full GC is cleaning the entire Heap – both Young and Tenured spaces</a:t>
            </a:r>
          </a:p>
          <a:p>
            <a:endParaRPr lang="en-US" sz="1600" dirty="0"/>
          </a:p>
          <a:p>
            <a:r>
              <a:rPr lang="en-US" sz="1600" dirty="0"/>
              <a:t>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Allocation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Promotion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STW Pause</a:t>
            </a:r>
          </a:p>
          <a:p>
            <a:endParaRPr lang="en-US" sz="1600" dirty="0"/>
          </a:p>
          <a:p>
            <a:endParaRPr lang="en-US" sz="16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5471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 Logs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br>
              <a:rPr lang="en-US" sz="1600" dirty="0"/>
            </a:br>
            <a:r>
              <a:rPr lang="en-US" sz="1600" dirty="0"/>
              <a:t>-</a:t>
            </a:r>
            <a:r>
              <a:rPr lang="en-US" sz="1600" dirty="0" err="1"/>
              <a:t>Xloggc</a:t>
            </a:r>
            <a:r>
              <a:rPr lang="en-US" sz="1600" dirty="0"/>
              <a:t>:/</a:t>
            </a:r>
            <a:r>
              <a:rPr lang="en-US" sz="1600" dirty="0" err="1"/>
              <a:t>tmp</a:t>
            </a:r>
            <a:r>
              <a:rPr lang="en-US" sz="1600" dirty="0"/>
              <a:t>/gc.log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Logs all GC activity. Details can be controlled using various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Young GC Log</a:t>
            </a:r>
            <a:br>
              <a:rPr lang="en-US" sz="1600" dirty="0"/>
            </a:br>
            <a:r>
              <a:rPr lang="en-US" sz="800" dirty="0"/>
              <a:t>2015-05-26T16:23:07.219-02001: 64.3222:[GC (Allocation Failure) 64.322: [</a:t>
            </a:r>
            <a:r>
              <a:rPr lang="en-US" sz="800" dirty="0" err="1"/>
              <a:t>ParNew</a:t>
            </a:r>
            <a:r>
              <a:rPr lang="en-US" sz="800" dirty="0"/>
              <a:t>: 613404K-&gt;68068K6(613440K), 0.1020465 secs] 10885349K-&gt;10880154K (12514816K), 0.1021309 secs][Times: </a:t>
            </a:r>
            <a:r>
              <a:rPr lang="en-US" sz="800" b="1" dirty="0">
                <a:highlight>
                  <a:srgbClr val="FFFF00"/>
                </a:highlight>
              </a:rPr>
              <a:t>user=0.78 sys=0.01, real=0.11 secs</a:t>
            </a:r>
            <a:r>
              <a:rPr lang="en-US" sz="800" dirty="0"/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Major GC Log</a:t>
            </a:r>
            <a:br>
              <a:rPr lang="en-US" sz="1600" dirty="0"/>
            </a:br>
            <a:r>
              <a:rPr lang="en-US" sz="800" dirty="0"/>
              <a:t>2015-05-26T16:23:07.321-0200: 64.425: [GC (CMS Initial Mark) [1 CMS-initial-mark: 10812086K(11901376K)] 10887844K(12514816K), 0.0001997 secs] [Times: user=0.00 sys=0.00, real=0.00 secs]</a:t>
            </a:r>
            <a:br>
              <a:rPr lang="en-US" sz="800" dirty="0"/>
            </a:br>
            <a:r>
              <a:rPr lang="en-US" sz="800" dirty="0"/>
              <a:t>2015-05-26T16:23:07.321-0200: 64.425: [CMS-concurrent-mark-start]</a:t>
            </a:r>
            <a:br>
              <a:rPr lang="en-US" sz="800" dirty="0"/>
            </a:br>
            <a:r>
              <a:rPr lang="en-US" sz="800" dirty="0"/>
              <a:t>2015-05-26T16:23:07.357-0200: 64.460: [CMS-concurrent-mark: 0.035/0.035 secs] [Times: user=0.07 sys=0.00, real=0.03 secs]</a:t>
            </a:r>
            <a:br>
              <a:rPr lang="en-US" sz="800" dirty="0"/>
            </a:br>
            <a:r>
              <a:rPr lang="en-US" sz="800" dirty="0"/>
              <a:t>2015-05-26T16:23:07.357-0200: 64.460: [CMS-concurrent-preclean-start]</a:t>
            </a:r>
            <a:br>
              <a:rPr lang="en-US" sz="800" dirty="0"/>
            </a:br>
            <a:r>
              <a:rPr lang="en-US" sz="800" dirty="0"/>
              <a:t>2015-05-26T16:23:07.373-0200: 64.476: [CMS-concurrent-preclean: 0.016/0.016 secs] [Times: user=0.02 sys=0.00, real=0.02 secs]</a:t>
            </a:r>
            <a:br>
              <a:rPr lang="en-US" sz="800" dirty="0"/>
            </a:br>
            <a:r>
              <a:rPr lang="en-US" sz="800" dirty="0"/>
              <a:t>2015-05-26T16:23:07.373-0200: 64.476: [CMS-concurrent-abortable-preclean-start]</a:t>
            </a:r>
            <a:br>
              <a:rPr lang="en-US" sz="800" dirty="0"/>
            </a:br>
            <a:r>
              <a:rPr lang="en-US" sz="800" dirty="0"/>
              <a:t>2015-05-26T16:23:08.446-0200: 65.550: [CMS-concurrent-abortable-preclean: 0.167/1.074 secs] [Times: user=0.20 sys=0.00, real=1.07 secs]</a:t>
            </a:r>
            <a:br>
              <a:rPr lang="en-US" sz="800" dirty="0"/>
            </a:br>
            <a:r>
              <a:rPr lang="en-US" sz="800" dirty="0"/>
              <a:t>2015-05-26T16:23:08.447-0200: 65.550: [GC (CMS Final Remark) [YG occupancy: 387920 K (613440 K)]65.550: [Rescan (parallel) , 0.0085125 secs]65.559: [weak refs processing, 0.0000243 secs]65.559: [class unloading, 0.0013120 secs]65.560: [scrub symbol table, 0.0008345 secs]65.561: [scrub string table, 0.0001759 secs][1 CMS-remark: 10812086K(11901376K)] 11200006K(12514816K), 0.0110730 secs] [Times: user=0.06 sys=0.00, real=0.01 secs]</a:t>
            </a:r>
            <a:br>
              <a:rPr lang="en-US" sz="800" dirty="0"/>
            </a:br>
            <a:r>
              <a:rPr lang="en-US" sz="800" dirty="0"/>
              <a:t>2015-05-26T16:23:08.458-0200: 65.561: [CMS-concurrent-sweep-start]</a:t>
            </a:r>
            <a:br>
              <a:rPr lang="en-US" sz="800" dirty="0"/>
            </a:br>
            <a:r>
              <a:rPr lang="en-US" sz="800" dirty="0"/>
              <a:t>2015-05-26T16:23:08.485-0200: 65.588: [CMS-concurrent-sweep: 0.027/0.027 secs] [Times: user=0.03 sys=0.00, real=0.03 secs]</a:t>
            </a:r>
            <a:br>
              <a:rPr lang="en-US" sz="800" dirty="0"/>
            </a:br>
            <a:r>
              <a:rPr lang="en-US" sz="800" dirty="0"/>
              <a:t>2015-05-26T16:23:08.485-0200: 65.589: [CMS-concurrent-reset-start]</a:t>
            </a:r>
            <a:br>
              <a:rPr lang="en-US" sz="800" dirty="0"/>
            </a:br>
            <a:r>
              <a:rPr lang="en-US" sz="800" dirty="0"/>
              <a:t>2015-05-26T16:23:08.497-0200: 65.601: [CMS-concurrent-reset: 0.012/0.012 secs] [Times: user=0.01 sys=0.00, real=0.01 secs]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86393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62CE-20D5-4030-A041-4034F369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GC</a:t>
            </a:r>
            <a:endParaRPr lang="en-IN" dirty="0"/>
          </a:p>
        </p:txBody>
      </p:sp>
      <p:pic>
        <p:nvPicPr>
          <p:cNvPr id="5122" name="Picture 2" descr="enter image description here">
            <a:extLst>
              <a:ext uri="{FF2B5EF4-FFF2-40B4-BE49-F238E27FC236}">
                <a16:creationId xmlns:a16="http://schemas.microsoft.com/office/drawing/2014/main" id="{B186ABC9-E314-4CB4-8BDB-FBB09005D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26" y="678007"/>
            <a:ext cx="6772275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178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EB596-8A83-4AE6-93D4-48AB32D0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 Latency behavior Idle vs Load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C3A3E-D70E-4106-A6DB-44DC8305B9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A8F06-8690-4480-8643-902B2E4226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1087438"/>
            <a:ext cx="8476297" cy="3518272"/>
          </a:xfrm>
        </p:spPr>
        <p:txBody>
          <a:bodyPr/>
          <a:lstStyle/>
          <a:p>
            <a:pPr lvl="1" indent="0"/>
            <a:endParaRPr lang="en-US" sz="1600" dirty="0"/>
          </a:p>
          <a:p>
            <a:pPr marL="915988" lvl="1" indent="-4572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915988" lvl="1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37993-208E-4052-970C-0E173C4DC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69" y="677848"/>
            <a:ext cx="7729800" cy="378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05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3741A4A-3729-4231-97C1-B21793D8457E}"/>
              </a:ext>
            </a:extLst>
          </p:cNvPr>
          <p:cNvSpPr txBox="1">
            <a:spLocks/>
          </p:cNvSpPr>
          <p:nvPr/>
        </p:nvSpPr>
        <p:spPr bwMode="auto">
          <a:xfrm>
            <a:off x="423863" y="1087438"/>
            <a:ext cx="8221906" cy="3598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1" fontAlgn="base" hangingPunct="1">
              <a:spcBef>
                <a:spcPct val="0"/>
              </a:spcBef>
              <a:spcAft>
                <a:spcPts val="600"/>
              </a:spcAft>
              <a:buFont typeface="Arial" pitchFamily="34" charset="0"/>
              <a:buNone/>
              <a:defRPr sz="3200" kern="1200" baseline="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458788" indent="-228600" algn="l" defTabSz="457200" rtl="0" eaLnBrk="1" fontAlgn="base" hangingPunct="1">
              <a:spcBef>
                <a:spcPct val="0"/>
              </a:spcBef>
              <a:spcAft>
                <a:spcPts val="600"/>
              </a:spcAft>
              <a:buFont typeface="Lucida Grande"/>
              <a:buNone/>
              <a:defRPr sz="2800" kern="120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2pPr>
            <a:lvl3pPr marL="684213" indent="-225425" algn="l" defTabSz="457200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None/>
              <a:defRPr sz="2400" kern="120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3pPr>
            <a:lvl4pPr marL="912813" indent="-228600" algn="l" defTabSz="457200" rtl="0" eaLnBrk="1" fontAlgn="base" hangingPunct="1">
              <a:spcBef>
                <a:spcPct val="0"/>
              </a:spcBef>
              <a:spcAft>
                <a:spcPts val="600"/>
              </a:spcAft>
              <a:buFont typeface="Lucida Grande"/>
              <a:buNone/>
              <a:defRPr sz="2000" kern="120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4pPr>
            <a:lvl5pPr marL="1143000" indent="-230188" algn="l" defTabSz="457200" rtl="0" eaLnBrk="1" fontAlgn="base" hangingPunct="1">
              <a:spcBef>
                <a:spcPct val="0"/>
              </a:spcBef>
              <a:spcAft>
                <a:spcPts val="600"/>
              </a:spcAft>
              <a:buFont typeface="Arial" charset="0"/>
              <a:buNone/>
              <a:defRPr sz="2000" kern="1200">
                <a:solidFill>
                  <a:schemeClr val="bg2"/>
                </a:solidFill>
                <a:latin typeface="+mn-lt"/>
                <a:ea typeface="ヒラギノ角ゴ Pro W3" charset="0"/>
                <a:cs typeface="ヒラギノ角ゴ Pro W3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itchFamily="34" charset="0"/>
              <a:buChar char="•"/>
            </a:pPr>
            <a:endParaRPr lang="en-IN" sz="16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0824C-91D9-43B7-9318-7AD2C038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GC pause behavior [Idle Vs Load]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6315A-FF50-457B-A00E-09569D1B4C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27264" y="722811"/>
            <a:ext cx="4032250" cy="3945716"/>
          </a:xfrm>
        </p:spPr>
        <p:txBody>
          <a:bodyPr/>
          <a:lstStyle/>
          <a:p>
            <a:pPr algn="ctr"/>
            <a:r>
              <a:rPr lang="en-US" dirty="0"/>
              <a:t>With Load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D1A03-7D3D-4377-A377-AABB92E527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263" y="722811"/>
            <a:ext cx="4032250" cy="3963134"/>
          </a:xfrm>
        </p:spPr>
        <p:txBody>
          <a:bodyPr/>
          <a:lstStyle/>
          <a:p>
            <a:pPr algn="ctr"/>
            <a:r>
              <a:rPr lang="en-US" dirty="0"/>
              <a:t>Idle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8692E-4EC4-4E5D-B0AC-BB257FB0E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86" y="1281248"/>
            <a:ext cx="1873982" cy="9742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48E6D-F951-4F5E-945F-A49FFFAD8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722" y="1283970"/>
            <a:ext cx="1804988" cy="971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0B82E7-2A4B-443D-9FF2-9E9BB8AF0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876" y="1281248"/>
            <a:ext cx="1843088" cy="12430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5F7089-AEB1-4FBF-BB68-F9C8CDD39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6634" y="1281247"/>
            <a:ext cx="1866996" cy="124301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2ECB65F-05F3-411A-80D3-92E155A91E15}"/>
              </a:ext>
            </a:extLst>
          </p:cNvPr>
          <p:cNvSpPr/>
          <p:nvPr/>
        </p:nvSpPr>
        <p:spPr>
          <a:xfrm>
            <a:off x="1724297" y="1750423"/>
            <a:ext cx="634171" cy="418011"/>
          </a:xfrm>
          <a:prstGeom prst="ellipse">
            <a:avLst/>
          </a:prstGeom>
          <a:solidFill>
            <a:srgbClr val="FF0000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30EF35-4FE8-4BD2-B202-2737A53B3E90}"/>
              </a:ext>
            </a:extLst>
          </p:cNvPr>
          <p:cNvSpPr/>
          <p:nvPr/>
        </p:nvSpPr>
        <p:spPr>
          <a:xfrm>
            <a:off x="5524349" y="1776926"/>
            <a:ext cx="634171" cy="418011"/>
          </a:xfrm>
          <a:prstGeom prst="ellipse">
            <a:avLst/>
          </a:prstGeom>
          <a:solidFill>
            <a:srgbClr val="00B050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A689A9-27BA-4E61-AA12-511DE27B0EA3}"/>
              </a:ext>
            </a:extLst>
          </p:cNvPr>
          <p:cNvSpPr/>
          <p:nvPr/>
        </p:nvSpPr>
        <p:spPr>
          <a:xfrm>
            <a:off x="3409246" y="1366622"/>
            <a:ext cx="634171" cy="418011"/>
          </a:xfrm>
          <a:prstGeom prst="ellipse">
            <a:avLst/>
          </a:prstGeom>
          <a:solidFill>
            <a:srgbClr val="0070C0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IN" dirty="0">
              <a:solidFill>
                <a:schemeClr val="accent4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F25E83-8A1F-41EE-93B0-0FCCFB47B85A}"/>
              </a:ext>
            </a:extLst>
          </p:cNvPr>
          <p:cNvSpPr/>
          <p:nvPr/>
        </p:nvSpPr>
        <p:spPr>
          <a:xfrm>
            <a:off x="7184431" y="1367060"/>
            <a:ext cx="634171" cy="418011"/>
          </a:xfrm>
          <a:prstGeom prst="ellipse">
            <a:avLst/>
          </a:prstGeom>
          <a:solidFill>
            <a:srgbClr val="0070C0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IN" dirty="0">
              <a:solidFill>
                <a:schemeClr val="accent4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C780B6-AD24-4E20-9C11-6222EEDBE3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196" y="2680838"/>
            <a:ext cx="3667125" cy="1809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B042C3-69BB-4B8C-882B-A32B610910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5477" y="2727463"/>
            <a:ext cx="36480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9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DA6BE-F59D-492A-B8C2-06E45DC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lower GC Pause?  - Object Movement Across Survivor Regions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77B2-60CD-4082-A0FD-3661C03F01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Idle System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B90E17-DFDA-4261-92CC-EF799A79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056" y="1235011"/>
            <a:ext cx="9144000" cy="2490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626112-2D8D-4DB5-BD29-AA89DE9BC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5879"/>
            <a:ext cx="9144000" cy="67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72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DA6BE-F59D-492A-B8C2-06E45DC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lower GC Pause?  - Object Movement Across Survivor Regions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77B2-60CD-4082-A0FD-3661C03F01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With Load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627D5-AE22-480B-8842-8ED5F8A11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956"/>
            <a:ext cx="9144000" cy="2681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549528-BC26-4D0A-80DE-862BBC88A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056" y="3779340"/>
            <a:ext cx="9144000" cy="60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1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Heap Structure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endParaRPr lang="en-US" sz="16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3076" name="Picture 4" descr="enter image description here">
            <a:extLst>
              <a:ext uri="{FF2B5EF4-FFF2-40B4-BE49-F238E27FC236}">
                <a16:creationId xmlns:a16="http://schemas.microsoft.com/office/drawing/2014/main" id="{F69EC188-0B8D-4788-AD5F-500282D2F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566738"/>
            <a:ext cx="736282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456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249"/>
            <a:ext cx="8229600" cy="311789"/>
          </a:xfrm>
        </p:spPr>
        <p:txBody>
          <a:bodyPr/>
          <a:lstStyle/>
          <a:p>
            <a:r>
              <a:rPr lang="en-US" dirty="0"/>
              <a:t>Issue in </a:t>
            </a:r>
            <a:r>
              <a:rPr lang="en-US" dirty="0" err="1"/>
              <a:t>Vz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r>
              <a:rPr lang="en-US" sz="1600" dirty="0"/>
              <a:t>Problem: Occasionally, Diameter messages gets delayed by up to 300 </a:t>
            </a:r>
            <a:r>
              <a:rPr lang="en-US" sz="1600" dirty="0" err="1"/>
              <a:t>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Why: It was observed that GC gets kicked in &amp; delays the message processing</a:t>
            </a:r>
          </a:p>
          <a:p>
            <a:endParaRPr lang="en-US" sz="1600" dirty="0"/>
          </a:p>
          <a:p>
            <a:r>
              <a:rPr lang="en-US" sz="1600" dirty="0"/>
              <a:t>Probable Solution: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Tune Garbage collection to reduce GC pauses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b="1" u="sng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06926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9249"/>
            <a:ext cx="8229600" cy="311789"/>
          </a:xfrm>
        </p:spPr>
        <p:txBody>
          <a:bodyPr/>
          <a:lstStyle/>
          <a:p>
            <a:r>
              <a:rPr lang="en-US" dirty="0"/>
              <a:t>Improvements done in CSD to mitigate high GC pause in </a:t>
            </a:r>
            <a:r>
              <a:rPr lang="en-US" dirty="0" err="1"/>
              <a:t>Vz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Initial Heap Size is set to 1GB by default instead of keep it same as –</a:t>
            </a:r>
            <a:r>
              <a:rPr lang="en-US" sz="1600" dirty="0" err="1"/>
              <a:t>Xmx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Survivor ratio in Young Generation is set to 6 instead of default 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Young &amp; Old generations are kept at same size (</a:t>
            </a:r>
            <a:r>
              <a:rPr lang="en-US" sz="1600" dirty="0" err="1"/>
              <a:t>NewRatio</a:t>
            </a:r>
            <a:r>
              <a:rPr lang="en-US" sz="1600" dirty="0"/>
              <a:t>=1)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dirty="0"/>
              <a:t>Effect of the improvements:</a:t>
            </a:r>
          </a:p>
          <a:p>
            <a:pPr marL="342900" indent="-342900">
              <a:buAutoNum type="arabicPeriod"/>
            </a:pPr>
            <a:r>
              <a:rPr lang="en-US" sz="1600" dirty="0"/>
              <a:t>GC Pauses came down to 10 </a:t>
            </a:r>
            <a:r>
              <a:rPr lang="en-US" sz="1600" dirty="0" err="1"/>
              <a:t>ms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Young GC gets triggered every 10 mins approximately</a:t>
            </a:r>
          </a:p>
          <a:p>
            <a:pPr marL="342900" indent="-342900">
              <a:buAutoNum type="arabicPeriod"/>
            </a:pPr>
            <a:r>
              <a:rPr lang="en-US" sz="1600" dirty="0"/>
              <a:t>Number of bytes transferred from Young to Old Gen has reduced greatly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endParaRPr lang="en-US" sz="1600" dirty="0"/>
          </a:p>
          <a:p>
            <a:endParaRPr lang="en-US" sz="16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57790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3EF1-87FD-454F-80C2-92C44734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Tools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C7F1A-22CD-41DA-9498-ECD8563B13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862" y="668796"/>
            <a:ext cx="8062215" cy="372693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Jstat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Gceasy.io – Online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Jmap</a:t>
            </a:r>
            <a:r>
              <a:rPr lang="en-US" sz="1600" dirty="0"/>
              <a:t> – Heap statistics/dump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Mat – Memory </a:t>
            </a:r>
            <a:r>
              <a:rPr lang="en-US" sz="1600" dirty="0" err="1"/>
              <a:t>Analyser</a:t>
            </a:r>
            <a:r>
              <a:rPr lang="en-US" sz="1600" dirty="0"/>
              <a:t> Tool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Jmc</a:t>
            </a:r>
            <a:r>
              <a:rPr lang="en-US" sz="1600" dirty="0"/>
              <a:t> – Java Mission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Oracle JFR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</a:t>
            </a:r>
            <a:r>
              <a:rPr lang="en-IN" sz="1600" dirty="0"/>
              <a:t>SRMemMonitor.py (Built In house)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4013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Nokia PowerPoint Template Nokia Pure v25">
  <a:themeElements>
    <a:clrScheme name="Nokia Master Theme">
      <a:dk1>
        <a:srgbClr val="124191"/>
      </a:dk1>
      <a:lt1>
        <a:srgbClr val="FFFFFF"/>
      </a:lt1>
      <a:dk2>
        <a:srgbClr val="FFFFFF"/>
      </a:dk2>
      <a:lt2>
        <a:srgbClr val="68717A"/>
      </a:lt2>
      <a:accent1>
        <a:srgbClr val="00C9FF"/>
      </a:accent1>
      <a:accent2>
        <a:srgbClr val="00C9FF"/>
      </a:accent2>
      <a:accent3>
        <a:srgbClr val="00C9FF"/>
      </a:accent3>
      <a:accent4>
        <a:srgbClr val="A8BBC0"/>
      </a:accent4>
      <a:accent5>
        <a:srgbClr val="A8BBC0"/>
      </a:accent5>
      <a:accent6>
        <a:srgbClr val="D8D9DA"/>
      </a:accent6>
      <a:hlink>
        <a:srgbClr val="124191"/>
      </a:hlink>
      <a:folHlink>
        <a:srgbClr val="124191"/>
      </a:folHlink>
    </a:clrScheme>
    <a:fontScheme name="Nokia Pure v2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accent3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okia PowerPoint Template Nokia Pure v25.potm [Read-Only]" id="{1644C474-EBF5-46AA-9057-6734FF2950F2}" vid="{91B26A0E-C398-4B9C-BFD0-1393CE08CF12}"/>
    </a:ext>
  </a:extLst>
</a:theme>
</file>

<file path=ppt/theme/theme2.xml><?xml version="1.0" encoding="utf-8"?>
<a:theme xmlns:a="http://schemas.openxmlformats.org/drawingml/2006/main" name="1_Nokia Master Blue Background">
  <a:themeElements>
    <a:clrScheme name="Nokia Master Theme">
      <a:dk1>
        <a:srgbClr val="124191"/>
      </a:dk1>
      <a:lt1>
        <a:srgbClr val="FFFFFF"/>
      </a:lt1>
      <a:dk2>
        <a:srgbClr val="FFFFFF"/>
      </a:dk2>
      <a:lt2>
        <a:srgbClr val="68717A"/>
      </a:lt2>
      <a:accent1>
        <a:srgbClr val="00C9FF"/>
      </a:accent1>
      <a:accent2>
        <a:srgbClr val="00C9FF"/>
      </a:accent2>
      <a:accent3>
        <a:srgbClr val="00C9FF"/>
      </a:accent3>
      <a:accent4>
        <a:srgbClr val="A8BBC0"/>
      </a:accent4>
      <a:accent5>
        <a:srgbClr val="A8BBC0"/>
      </a:accent5>
      <a:accent6>
        <a:srgbClr val="D8D9DA"/>
      </a:accent6>
      <a:hlink>
        <a:srgbClr val="124191"/>
      </a:hlink>
      <a:folHlink>
        <a:srgbClr val="124191"/>
      </a:folHlink>
    </a:clrScheme>
    <a:fontScheme name="Nokia Pure v2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accent3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owerPoint Template Nokia Pure v25.potm [Read-Only]" id="{1644C474-EBF5-46AA-9057-6734FF2950F2}" vid="{858C77A2-D062-47C5-8157-43EC5CFA0DF0}"/>
    </a:ext>
  </a:extLst>
</a:theme>
</file>

<file path=ppt/theme/theme3.xml><?xml version="1.0" encoding="utf-8"?>
<a:theme xmlns:a="http://schemas.openxmlformats.org/drawingml/2006/main" name="2_Nokia Master Blue Background">
  <a:themeElements>
    <a:clrScheme name="Nokia Master Theme">
      <a:dk1>
        <a:srgbClr val="124191"/>
      </a:dk1>
      <a:lt1>
        <a:srgbClr val="FFFFFF"/>
      </a:lt1>
      <a:dk2>
        <a:srgbClr val="FFFFFF"/>
      </a:dk2>
      <a:lt2>
        <a:srgbClr val="68717A"/>
      </a:lt2>
      <a:accent1>
        <a:srgbClr val="00C9FF"/>
      </a:accent1>
      <a:accent2>
        <a:srgbClr val="00C9FF"/>
      </a:accent2>
      <a:accent3>
        <a:srgbClr val="00C9FF"/>
      </a:accent3>
      <a:accent4>
        <a:srgbClr val="A8BBC0"/>
      </a:accent4>
      <a:accent5>
        <a:srgbClr val="A8BBC0"/>
      </a:accent5>
      <a:accent6>
        <a:srgbClr val="D8D9DA"/>
      </a:accent6>
      <a:hlink>
        <a:srgbClr val="124191"/>
      </a:hlink>
      <a:folHlink>
        <a:srgbClr val="124191"/>
      </a:folHlink>
    </a:clrScheme>
    <a:fontScheme name="Nokia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accent3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T_PPT_Temp_Arial_Macro_Free_v51" id="{8D803308-784A-4915-9600-984AB2AA7C57}" vid="{4A425527-96A3-4A84-9E4D-BF967562125A}"/>
    </a:ext>
  </a:extLst>
</a:theme>
</file>

<file path=ppt/theme/theme4.xml><?xml version="1.0" encoding="utf-8"?>
<a:theme xmlns:a="http://schemas.openxmlformats.org/drawingml/2006/main" name="Customer temppt">
  <a:themeElements>
    <a:clrScheme name="Nokia Master Theme">
      <a:dk1>
        <a:srgbClr val="124191"/>
      </a:dk1>
      <a:lt1>
        <a:srgbClr val="FFFFFF"/>
      </a:lt1>
      <a:dk2>
        <a:srgbClr val="FFFFFF"/>
      </a:dk2>
      <a:lt2>
        <a:srgbClr val="68717A"/>
      </a:lt2>
      <a:accent1>
        <a:srgbClr val="00C9FF"/>
      </a:accent1>
      <a:accent2>
        <a:srgbClr val="00C9FF"/>
      </a:accent2>
      <a:accent3>
        <a:srgbClr val="00C9FF"/>
      </a:accent3>
      <a:accent4>
        <a:srgbClr val="A8BBC0"/>
      </a:accent4>
      <a:accent5>
        <a:srgbClr val="A8BBC0"/>
      </a:accent5>
      <a:accent6>
        <a:srgbClr val="D8D9DA"/>
      </a:accent6>
      <a:hlink>
        <a:srgbClr val="124191"/>
      </a:hlink>
      <a:folHlink>
        <a:srgbClr val="124191"/>
      </a:folHlink>
    </a:clrScheme>
    <a:fontScheme name="Nokia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mpd="sng">
          <a:solidFill>
            <a:schemeClr val="accent3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T_PPT_Temp_Arial_Macro_Free_v51" id="{8D803308-784A-4915-9600-984AB2AA7C57}" vid="{40DA430F-9525-450C-A1C3-970D65CC2B3B}"/>
    </a:ext>
  </a:extLst>
</a:theme>
</file>

<file path=ppt/theme/theme5.xml><?xml version="1.0" encoding="utf-8"?>
<a:theme xmlns:a="http://schemas.openxmlformats.org/drawingml/2006/main" name="nokia pure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fontAlgn="auto">
          <a:spcBef>
            <a:spcPts val="0"/>
          </a:spcBef>
          <a:spcAft>
            <a:spcPts val="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spAutoFit/>
      </a:bodyPr>
      <a:lstStyle>
        <a:defPPr marR="0" algn="l" defTabSz="457200" rtl="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>
            <a:srgbClr val="001135"/>
          </a:buClr>
          <a:buSzTx/>
          <a:tabLst/>
          <a:defRPr sz="1400" dirty="0" smtClean="0">
            <a:solidFill>
              <a:schemeClr val="tx2"/>
            </a:solidFill>
            <a:latin typeface="+mn-lt"/>
            <a:ea typeface="Nokia Pure Text" panose="020B0503020202020204" pitchFamily="34" charset="0"/>
            <a:cs typeface="Nokia Pure Headline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27BEF6C-4F46-6644-82D7-479DDA40A550}" vid="{A7A984CB-0BCA-1947-ACE7-4E724EBFE227}"/>
    </a:ext>
  </a:extLst>
</a:theme>
</file>

<file path=ppt/theme/theme6.xml><?xml version="1.0" encoding="utf-8"?>
<a:theme xmlns:a="http://schemas.openxmlformats.org/drawingml/2006/main" name="Nokia Master Blue Background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2"/>
          </a:solidFill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9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27BEF6C-4F46-6644-82D7-479DDA40A550}" vid="{18609909-1884-804D-8A82-70085F3C0ADD}"/>
    </a:ext>
  </a:extLst>
</a:theme>
</file>

<file path=ppt/theme/theme7.xml><?xml version="1.0" encoding="utf-8"?>
<a:theme xmlns:a="http://schemas.openxmlformats.org/drawingml/2006/main" name="1__Nokia_Pure_PPT_CORP_V2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fontAlgn="auto">
          <a:spcBef>
            <a:spcPts val="0"/>
          </a:spcBef>
          <a:spcAft>
            <a:spcPts val="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spAutoFit/>
      </a:bodyPr>
      <a:lstStyle>
        <a:defPPr marR="0" algn="l" defTabSz="457200" rtl="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>
            <a:srgbClr val="001135"/>
          </a:buClr>
          <a:buSzTx/>
          <a:tabLst/>
          <a:defRPr sz="1400" dirty="0" smtClean="0">
            <a:solidFill>
              <a:schemeClr val="tx2"/>
            </a:solidFill>
            <a:latin typeface="+mn-lt"/>
            <a:ea typeface="Nokia Pure Text" panose="020B0503020202020204" pitchFamily="34" charset="0"/>
            <a:cs typeface="Nokia Pure Headline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_Pure_PPT_CORP_V3.1" id="{655C0B4C-DD58-4366-A06D-BF0A1B81A469}" vid="{6AA74208-B53C-4696-ADC1-7541119D5A96}"/>
    </a:ext>
  </a:extLst>
</a:theme>
</file>

<file path=ppt/theme/theme8.xml><?xml version="1.0" encoding="utf-8"?>
<a:theme xmlns:a="http://schemas.openxmlformats.org/drawingml/2006/main" name="4_Nokia Master Blue Background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2"/>
          </a:solidFill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9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27BEF6C-4F46-6644-82D7-479DDA40A550}" vid="{18609909-1884-804D-8A82-70085F3C0ADD}"/>
    </a:ext>
  </a:extLst>
</a:theme>
</file>

<file path=ppt/theme/theme9.xml><?xml version="1.0" encoding="utf-8"?>
<a:theme xmlns:a="http://schemas.openxmlformats.org/drawingml/2006/main" name="2_nokia pure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fontAlgn="auto">
          <a:spcBef>
            <a:spcPts val="0"/>
          </a:spcBef>
          <a:spcAft>
            <a:spcPts val="0"/>
          </a:spcAft>
          <a:defRPr sz="1200" dirty="0" err="1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spAutoFit/>
      </a:bodyPr>
      <a:lstStyle>
        <a:defPPr marR="0" algn="l" defTabSz="457200" rtl="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>
            <a:srgbClr val="001135"/>
          </a:buClr>
          <a:buSzTx/>
          <a:tabLst/>
          <a:defRPr sz="1400" dirty="0" smtClean="0">
            <a:solidFill>
              <a:schemeClr val="tx2"/>
            </a:solidFill>
            <a:latin typeface="+mn-lt"/>
            <a:ea typeface="Nokia Pure Text" panose="020B0503020202020204" pitchFamily="34" charset="0"/>
            <a:cs typeface="Nokia Pure Headline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27BEF6C-4F46-6644-82D7-479DDA40A550}" vid="{A7A984CB-0BCA-1947-ACE7-4E724EBFE227}"/>
    </a:ext>
  </a:extLst>
</a:theme>
</file>

<file path=ppt/theme/theme10.xml><?xml version="1.0" encoding="utf-8"?>
<a:theme xmlns:a="http://schemas.openxmlformats.org/drawingml/2006/main" name="3_Nokia Master Blue Background">
  <a:themeElements>
    <a:clrScheme name="Nokia 120515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Pure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tIns="90000" bIns="90000" rtlCol="0" anchor="t" anchorCtr="0"/>
      <a:lstStyle>
        <a:defPPr algn="ctr" fontAlgn="auto">
          <a:spcBef>
            <a:spcPts val="0"/>
          </a:spcBef>
          <a:spcAft>
            <a:spcPts val="0"/>
          </a:spcAft>
          <a:defRPr dirty="0" smtClean="0">
            <a:solidFill>
              <a:schemeClr val="accent4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2"/>
          </a:solidFill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9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27BEF6C-4F46-6644-82D7-479DDA40A550}" vid="{18609909-1884-804D-8A82-70085F3C0ADD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verageRating xmlns="http://schemas.microsoft.com/sharepoint/v3" xsi:nil="true"/>
    <TaxCatchAll xmlns="88ae722c-baa1-48a0-8b6c-368b423fd4fc"/>
    <TaxKeywordTaxHTField xmlns="88ae722c-baa1-48a0-8b6c-368b423fd4fc">
      <Terms xmlns="http://schemas.microsoft.com/office/infopath/2007/PartnerControls"/>
    </TaxKeywordTaxHTField>
    <LikesCount xmlns="http://schemas.microsoft.com/sharepoint/v3" xsi:nil="true"/>
    <Ratings xmlns="http://schemas.microsoft.com/sharepoint/v3" xsi:nil="true"/>
    <RatingCount xmlns="http://schemas.microsoft.com/sharepoint/v3" xsi:nil="true"/>
    <LikedBy xmlns="http://schemas.microsoft.com/sharepoint/v3">
      <UserInfo>
        <DisplayName/>
        <AccountId xsi:nil="true"/>
        <AccountType/>
      </UserInfo>
    </LikedBy>
    <_dlc_DocIdPersistId xmlns="71c5aaf6-e6ce-465b-b873-5148d2a4c105" xsi:nil="true"/>
    <RatedBy xmlns="http://schemas.microsoft.com/sharepoint/v3">
      <UserInfo>
        <DisplayName/>
        <AccountId xsi:nil="true"/>
        <AccountType/>
      </UserInfo>
    </RatedBy>
    <_dlc_DocId xmlns="71c5aaf6-e6ce-465b-b873-5148d2a4c105">SP-NAISP3QISRPO-276013290-336</_dlc_DocId>
    <_dlc_DocIdUrl xmlns="71c5aaf6-e6ce-465b-b873-5148d2a4c105">
      <Url>https://nokia.sharepoint.com/sites/AAPortfolioRoadmap/_layouts/15/DocIdRedir.aspx?ID=SP-NAISP3QISRPO-276013290-336</Url>
      <Description>SP-NAISP3QISRPO-276013290-336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0533E415D71846B95BE37D26B2BD77" ma:contentTypeVersion="15" ma:contentTypeDescription="Create a new document." ma:contentTypeScope="" ma:versionID="ae7c6e45f7bd4ff6eb845cbedba95605">
  <xsd:schema xmlns:xsd="http://www.w3.org/2001/XMLSchema" xmlns:xs="http://www.w3.org/2001/XMLSchema" xmlns:p="http://schemas.microsoft.com/office/2006/metadata/properties" xmlns:ns1="http://schemas.microsoft.com/sharepoint/v3" xmlns:ns2="88ae722c-baa1-48a0-8b6c-368b423fd4fc" xmlns:ns3="71c5aaf6-e6ce-465b-b873-5148d2a4c105" targetNamespace="http://schemas.microsoft.com/office/2006/metadata/properties" ma:root="true" ma:fieldsID="36acb0b4c3cad060123fbfafc2462a6a" ns1:_="" ns2:_="" ns3:_="">
    <xsd:import namespace="http://schemas.microsoft.com/sharepoint/v3"/>
    <xsd:import namespace="88ae722c-baa1-48a0-8b6c-368b423fd4fc"/>
    <xsd:import namespace="71c5aaf6-e6ce-465b-b873-5148d2a4c105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1:AverageRating" minOccurs="0"/>
                <xsd:element ref="ns1:RatingCount" minOccurs="0"/>
                <xsd:element ref="ns3:_dlc_DocId" minOccurs="0"/>
                <xsd:element ref="ns3:_dlc_DocIdUrl" minOccurs="0"/>
                <xsd:element ref="ns3:_dlc_DocIdPersistId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7" nillable="true" ma:displayName="Rating (0-5)" ma:decimals="2" ma:description="Average value of all the ratings that have been submitted" ma:internalName="AverageRating" ma:readOnly="false" ma:percentage="FALSE">
      <xsd:simpleType>
        <xsd:restriction base="dms:Number"/>
      </xsd:simpleType>
    </xsd:element>
    <xsd:element name="RatingCount" ma:index="8" nillable="true" ma:displayName="Number of Ratings" ma:decimals="0" ma:description="Number of ratings submitted" ma:internalName="RatingCount" ma:readOnly="false" ma:percentage="FALSE">
      <xsd:simpleType>
        <xsd:restriction base="dms:Number"/>
      </xsd:simpleType>
    </xsd:element>
    <xsd:element name="RatedBy" ma:index="16" nillable="true" ma:displayName="Rated By" ma:description="Users rated the item." ma:hidden="true" ma:list="UserInfo" ma:internalName="RatedBy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7" nillable="true" ma:displayName="User ratings" ma:description="User ratings for the item" ma:hidden="true" ma:internalName="Ratings" ma:readOnly="false">
      <xsd:simpleType>
        <xsd:restriction base="dms:Note"/>
      </xsd:simpleType>
    </xsd:element>
    <xsd:element name="LikesCount" ma:index="18" nillable="true" ma:displayName="Number of Likes" ma:internalName="LikesCount">
      <xsd:simpleType>
        <xsd:restriction base="dms:Unknown"/>
      </xsd:simpleType>
    </xsd:element>
    <xsd:element name="LikedBy" ma:index="19" nillable="true" ma:displayName="Liked By" ma:hidden="true" ma:list="UserInfo" ma:internalName="LikedBy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e722c-baa1-48a0-8b6c-368b423fd4fc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5" nillable="true" ma:taxonomy="true" ma:internalName="TaxKeywordTaxHTField" ma:taxonomyFieldName="TaxKeyword" ma:displayName="Enterprise Keywords" ma:fieldId="{23f27201-bee3-471e-b2e7-b64fd8b7ca38}" ma:taxonomyMulti="true" ma:sspId="34c87397-5fc1-491e-85e7-d6110dbe9cbd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6" nillable="true" ma:displayName="Taxonomy Catch All Column" ma:description="" ma:hidden="true" ma:list="{7254498d-14f2-4e78-ac86-2e4606e205e0}" ma:internalName="TaxCatchAll" ma:readOnly="false" ma:showField="CatchAllData" ma:web="88ae722c-baa1-48a0-8b6c-368b423fd4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4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F6BBA5-FE60-416B-B525-BBB055C7758B}">
  <ds:schemaRefs>
    <ds:schemaRef ds:uri="http://schemas.microsoft.com/sharepoint/v3"/>
    <ds:schemaRef ds:uri="http://purl.org/dc/elements/1.1/"/>
    <ds:schemaRef ds:uri="http://schemas.openxmlformats.org/package/2006/metadata/core-properties"/>
    <ds:schemaRef ds:uri="http://purl.org/dc/dcmitype/"/>
    <ds:schemaRef ds:uri="88ae722c-baa1-48a0-8b6c-368b423fd4fc"/>
    <ds:schemaRef ds:uri="http://purl.org/dc/terms/"/>
    <ds:schemaRef ds:uri="http://schemas.microsoft.com/office/2006/metadata/properties"/>
    <ds:schemaRef ds:uri="http://schemas.microsoft.com/office/2006/documentManagement/types"/>
    <ds:schemaRef ds:uri="71c5aaf6-e6ce-465b-b873-5148d2a4c105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5BBB0CD-4C77-40DB-9DFE-5A9E15504B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8ae722c-baa1-48a0-8b6c-368b423fd4fc"/>
    <ds:schemaRef ds:uri="71c5aaf6-e6ce-465b-b873-5148d2a4c1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2A2F52-DE0E-4264-83CE-5976CC1199A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B7B1F2E-4F77-4E26-AF1F-F3A873C92E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 PowerPoint Template Nokia Pure v25</Template>
  <TotalTime>0</TotalTime>
  <Words>313</Words>
  <Application>Microsoft Office PowerPoint</Application>
  <PresentationFormat>On-screen Show (16:9)</PresentationFormat>
  <Paragraphs>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15</vt:i4>
      </vt:variant>
    </vt:vector>
  </HeadingPairs>
  <TitlesOfParts>
    <vt:vector size="34" baseType="lpstr">
      <vt:lpstr>Arial</vt:lpstr>
      <vt:lpstr>Calibri</vt:lpstr>
      <vt:lpstr>Lucida Grande</vt:lpstr>
      <vt:lpstr>Nokia Pure Headline Light</vt:lpstr>
      <vt:lpstr>Nokia Pure Headline Ultra Light</vt:lpstr>
      <vt:lpstr>Nokia Pure Text</vt:lpstr>
      <vt:lpstr>Nokia Pure Text Light</vt:lpstr>
      <vt:lpstr>Trebuchet MS</vt:lpstr>
      <vt:lpstr>ヒラギノ角ゴ Pro W3</vt:lpstr>
      <vt:lpstr>Nokia PowerPoint Template Nokia Pure v25</vt:lpstr>
      <vt:lpstr>1_Nokia Master Blue Background</vt:lpstr>
      <vt:lpstr>2_Nokia Master Blue Background</vt:lpstr>
      <vt:lpstr>Customer temppt</vt:lpstr>
      <vt:lpstr>nokia pure</vt:lpstr>
      <vt:lpstr>Nokia Master Blue Background</vt:lpstr>
      <vt:lpstr>1__Nokia_Pure_PPT_CORP_V2</vt:lpstr>
      <vt:lpstr>4_Nokia Master Blue Background</vt:lpstr>
      <vt:lpstr>2_nokia pure</vt:lpstr>
      <vt:lpstr>3_Nokia Master Blue Background</vt:lpstr>
      <vt:lpstr>PowerPoint Presentation</vt:lpstr>
      <vt:lpstr>Java Heap Structure</vt:lpstr>
      <vt:lpstr>GC Overview</vt:lpstr>
      <vt:lpstr>Minor GC vs Major GC</vt:lpstr>
      <vt:lpstr>GC Logs</vt:lpstr>
      <vt:lpstr>CMS GC</vt:lpstr>
      <vt:lpstr>GC Latency behavior Idle vs Load</vt:lpstr>
      <vt:lpstr>Analysis of GC pause behavior [Idle Vs Load]</vt:lpstr>
      <vt:lpstr>Why lower GC Pause?  - Object Movement Across Survivor Regions</vt:lpstr>
      <vt:lpstr>Why lower GC Pause?  - Object Movement Across Survivor Regions</vt:lpstr>
      <vt:lpstr>Java Heap Structure</vt:lpstr>
      <vt:lpstr>Issue in Vz</vt:lpstr>
      <vt:lpstr>Improvements done in CSD to mitigate high GC pause in Vz</vt:lpstr>
      <vt:lpstr>Useful Tools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CloudBand Infrastructure Software roadmap Q1 2017 DRAFT</dc:title>
  <dc:creator/>
  <cp:keywords/>
  <cp:lastModifiedBy/>
  <cp:revision>1</cp:revision>
  <dcterms:created xsi:type="dcterms:W3CDTF">2014-05-13T08:23:01Z</dcterms:created>
  <dcterms:modified xsi:type="dcterms:W3CDTF">2019-01-17T11:14:32Z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Keyword">
    <vt:lpwstr/>
  </property>
  <property fmtid="{D5CDD505-2E9C-101B-9397-08002B2CF9AE}" pid="3" name="ContentTypeId">
    <vt:lpwstr>0x010100B50533E415D71846B95BE37D26B2BD77</vt:lpwstr>
  </property>
  <property fmtid="{D5CDD505-2E9C-101B-9397-08002B2CF9AE}" pid="4" name="_NewReviewCycle">
    <vt:lpwstr/>
  </property>
  <property fmtid="{D5CDD505-2E9C-101B-9397-08002B2CF9AE}" pid="5" name="Order">
    <vt:r8>100</vt:r8>
  </property>
  <property fmtid="{D5CDD505-2E9C-101B-9397-08002B2CF9AE}" pid="6" name="_dlc_DocIdItemGuid">
    <vt:lpwstr>c7d9636c-c675-423c-9375-6a0d336684c9</vt:lpwstr>
  </property>
</Properties>
</file>